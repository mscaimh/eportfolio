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56" r:id="rId2"/>
    <p:sldId id="261" r:id="rId3"/>
    <p:sldId id="278" r:id="rId4"/>
    <p:sldId id="257" r:id="rId5"/>
    <p:sldId id="280" r:id="rId6"/>
    <p:sldId id="281" r:id="rId7"/>
    <p:sldId id="283" r:id="rId8"/>
    <p:sldId id="282" r:id="rId9"/>
    <p:sldId id="279" r:id="rId10"/>
    <p:sldId id="285" r:id="rId11"/>
    <p:sldId id="284" r:id="rId12"/>
    <p:sldId id="28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D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DD8119-90A1-4D8F-B440-D485620CD46F}" v="64" dt="2026-07-13T19:15:44.5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23" autoAdjust="0"/>
    <p:restoredTop sz="94660"/>
  </p:normalViewPr>
  <p:slideViewPr>
    <p:cSldViewPr snapToGrid="0">
      <p:cViewPr>
        <p:scale>
          <a:sx n="76" d="100"/>
          <a:sy n="76" d="100"/>
        </p:scale>
        <p:origin x="224" y="4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a Hegde" userId="51885b350be66420" providerId="LiveId" clId="{6ED71119-0A50-480B-BDA7-8A5384FF8A45}"/>
    <pc:docChg chg="undo redo custSel addSld delSld modSld sldOrd">
      <pc:chgData name="Maha Hegde" userId="51885b350be66420" providerId="LiveId" clId="{6ED71119-0A50-480B-BDA7-8A5384FF8A45}" dt="2026-07-13T19:15:47.335" v="6606"/>
      <pc:docMkLst>
        <pc:docMk/>
      </pc:docMkLst>
      <pc:sldChg chg="modSp mod">
        <pc:chgData name="Maha Hegde" userId="51885b350be66420" providerId="LiveId" clId="{6ED71119-0A50-480B-BDA7-8A5384FF8A45}" dt="2026-07-13T13:20:42.280" v="4307" actId="115"/>
        <pc:sldMkLst>
          <pc:docMk/>
          <pc:sldMk cId="3789860515" sldId="256"/>
        </pc:sldMkLst>
        <pc:spChg chg="mod">
          <ac:chgData name="Maha Hegde" userId="51885b350be66420" providerId="LiveId" clId="{6ED71119-0A50-480B-BDA7-8A5384FF8A45}" dt="2026-07-13T13:20:42.280" v="4307" actId="115"/>
          <ac:spMkLst>
            <pc:docMk/>
            <pc:sldMk cId="3789860515" sldId="256"/>
            <ac:spMk id="2" creationId="{1128A701-731B-D22F-C375-E1A4C49302D4}"/>
          </ac:spMkLst>
        </pc:spChg>
      </pc:sldChg>
      <pc:sldChg chg="addSp delSp modSp mod ord">
        <pc:chgData name="Maha Hegde" userId="51885b350be66420" providerId="LiveId" clId="{6ED71119-0A50-480B-BDA7-8A5384FF8A45}" dt="2026-07-13T19:12:28.481" v="6560" actId="22"/>
        <pc:sldMkLst>
          <pc:docMk/>
          <pc:sldMk cId="1460619810" sldId="257"/>
        </pc:sldMkLst>
        <pc:spChg chg="mod">
          <ac:chgData name="Maha Hegde" userId="51885b350be66420" providerId="LiveId" clId="{6ED71119-0A50-480B-BDA7-8A5384FF8A45}" dt="2026-07-13T16:11:34.287" v="4929" actId="20577"/>
          <ac:spMkLst>
            <pc:docMk/>
            <pc:sldMk cId="1460619810" sldId="257"/>
            <ac:spMk id="2" creationId="{3BC8B39E-F105-5659-F9AF-D435DBB42264}"/>
          </ac:spMkLst>
        </pc:spChg>
        <pc:spChg chg="mod">
          <ac:chgData name="Maha Hegde" userId="51885b350be66420" providerId="LiveId" clId="{6ED71119-0A50-480B-BDA7-8A5384FF8A45}" dt="2026-07-13T16:24:11.873" v="5122" actId="1076"/>
          <ac:spMkLst>
            <pc:docMk/>
            <pc:sldMk cId="1460619810" sldId="257"/>
            <ac:spMk id="7" creationId="{3AA305E5-2569-ACCD-2650-8338471AC755}"/>
          </ac:spMkLst>
        </pc:spChg>
        <pc:spChg chg="add del mod ord">
          <ac:chgData name="Maha Hegde" userId="51885b350be66420" providerId="LiveId" clId="{6ED71119-0A50-480B-BDA7-8A5384FF8A45}" dt="2026-07-13T16:28:04.300" v="5195" actId="478"/>
          <ac:spMkLst>
            <pc:docMk/>
            <pc:sldMk cId="1460619810" sldId="257"/>
            <ac:spMk id="16" creationId="{9419E880-488D-857C-EC48-A1F51B84F477}"/>
          </ac:spMkLst>
        </pc:spChg>
        <pc:picChg chg="add del mod">
          <ac:chgData name="Maha Hegde" userId="51885b350be66420" providerId="LiveId" clId="{6ED71119-0A50-480B-BDA7-8A5384FF8A45}" dt="2026-07-13T15:41:24.545" v="4832" actId="21"/>
          <ac:picMkLst>
            <pc:docMk/>
            <pc:sldMk cId="1460619810" sldId="257"/>
            <ac:picMk id="4" creationId="{919C6D8C-6893-E9F7-9B0C-75949D64BD94}"/>
          </ac:picMkLst>
        </pc:picChg>
        <pc:picChg chg="add del mod">
          <ac:chgData name="Maha Hegde" userId="51885b350be66420" providerId="LiveId" clId="{6ED71119-0A50-480B-BDA7-8A5384FF8A45}" dt="2026-07-13T15:41:24.545" v="4832" actId="21"/>
          <ac:picMkLst>
            <pc:docMk/>
            <pc:sldMk cId="1460619810" sldId="257"/>
            <ac:picMk id="6" creationId="{CACBF04F-C446-8A18-FB85-75C354CFEBCF}"/>
          </ac:picMkLst>
        </pc:picChg>
        <pc:picChg chg="del">
          <ac:chgData name="Maha Hegde" userId="51885b350be66420" providerId="LiveId" clId="{6ED71119-0A50-480B-BDA7-8A5384FF8A45}" dt="2026-07-13T06:16:55.050" v="4005" actId="478"/>
          <ac:picMkLst>
            <pc:docMk/>
            <pc:sldMk cId="1460619810" sldId="257"/>
            <ac:picMk id="9" creationId="{4E8EAF4B-FADC-BDE3-3A1E-0C706BFC1A98}"/>
          </ac:picMkLst>
        </pc:picChg>
        <pc:picChg chg="add del mod">
          <ac:chgData name="Maha Hegde" userId="51885b350be66420" providerId="LiveId" clId="{6ED71119-0A50-480B-BDA7-8A5384FF8A45}" dt="2026-07-13T16:13:17.675" v="5071" actId="478"/>
          <ac:picMkLst>
            <pc:docMk/>
            <pc:sldMk cId="1460619810" sldId="257"/>
            <ac:picMk id="10" creationId="{98C51A19-99BF-C5C6-ACAC-0414D98C9A3A}"/>
          </ac:picMkLst>
        </pc:picChg>
        <pc:picChg chg="add del mod">
          <ac:chgData name="Maha Hegde" userId="51885b350be66420" providerId="LiveId" clId="{6ED71119-0A50-480B-BDA7-8A5384FF8A45}" dt="2026-07-13T16:13:17.675" v="5071" actId="478"/>
          <ac:picMkLst>
            <pc:docMk/>
            <pc:sldMk cId="1460619810" sldId="257"/>
            <ac:picMk id="13" creationId="{F547CE05-A5DF-DF1A-B4BE-1BB479600BFC}"/>
          </ac:picMkLst>
        </pc:picChg>
        <pc:picChg chg="add del mod">
          <ac:chgData name="Maha Hegde" userId="51885b350be66420" providerId="LiveId" clId="{6ED71119-0A50-480B-BDA7-8A5384FF8A45}" dt="2026-07-13T16:28:04.300" v="5195" actId="478"/>
          <ac:picMkLst>
            <pc:docMk/>
            <pc:sldMk cId="1460619810" sldId="257"/>
            <ac:picMk id="15" creationId="{DFA694C8-DF07-7473-2529-BCD4CCA8A6E6}"/>
          </ac:picMkLst>
        </pc:picChg>
        <pc:picChg chg="add del mod">
          <ac:chgData name="Maha Hegde" userId="51885b350be66420" providerId="LiveId" clId="{6ED71119-0A50-480B-BDA7-8A5384FF8A45}" dt="2026-07-13T16:28:04.300" v="5195" actId="478"/>
          <ac:picMkLst>
            <pc:docMk/>
            <pc:sldMk cId="1460619810" sldId="257"/>
            <ac:picMk id="18" creationId="{1AC7754D-683D-B2DB-4DFA-AD3EB9CF2F27}"/>
          </ac:picMkLst>
        </pc:picChg>
        <pc:picChg chg="add del mod">
          <ac:chgData name="Maha Hegde" userId="51885b350be66420" providerId="LiveId" clId="{6ED71119-0A50-480B-BDA7-8A5384FF8A45}" dt="2026-07-13T16:28:04.300" v="5195" actId="478"/>
          <ac:picMkLst>
            <pc:docMk/>
            <pc:sldMk cId="1460619810" sldId="257"/>
            <ac:picMk id="20" creationId="{626515BA-58B4-A4CF-21E2-B77EE7762FB4}"/>
          </ac:picMkLst>
        </pc:picChg>
        <pc:picChg chg="add del mod">
          <ac:chgData name="Maha Hegde" userId="51885b350be66420" providerId="LiveId" clId="{6ED71119-0A50-480B-BDA7-8A5384FF8A45}" dt="2026-07-13T16:28:04.300" v="5195" actId="478"/>
          <ac:picMkLst>
            <pc:docMk/>
            <pc:sldMk cId="1460619810" sldId="257"/>
            <ac:picMk id="22" creationId="{67979001-8162-96FF-8C80-32AC4908B04D}"/>
          </ac:picMkLst>
        </pc:picChg>
        <pc:picChg chg="add del mod">
          <ac:chgData name="Maha Hegde" userId="51885b350be66420" providerId="LiveId" clId="{6ED71119-0A50-480B-BDA7-8A5384FF8A45}" dt="2026-07-13T16:27:59.884" v="5194" actId="21"/>
          <ac:picMkLst>
            <pc:docMk/>
            <pc:sldMk cId="1460619810" sldId="257"/>
            <ac:picMk id="24" creationId="{6945870D-4894-5D63-6CCE-CB26F6B3521D}"/>
          </ac:picMkLst>
        </pc:picChg>
        <pc:picChg chg="add del mod">
          <ac:chgData name="Maha Hegde" userId="51885b350be66420" providerId="LiveId" clId="{6ED71119-0A50-480B-BDA7-8A5384FF8A45}" dt="2026-07-13T19:12:28.101" v="6559" actId="478"/>
          <ac:picMkLst>
            <pc:docMk/>
            <pc:sldMk cId="1460619810" sldId="257"/>
            <ac:picMk id="26" creationId="{4BD8A18E-3B7A-854D-E9AA-CA67AC0E2DA5}"/>
          </ac:picMkLst>
        </pc:picChg>
        <pc:picChg chg="add mod">
          <ac:chgData name="Maha Hegde" userId="51885b350be66420" providerId="LiveId" clId="{6ED71119-0A50-480B-BDA7-8A5384FF8A45}" dt="2026-07-13T19:12:07.669" v="6555" actId="14100"/>
          <ac:picMkLst>
            <pc:docMk/>
            <pc:sldMk cId="1460619810" sldId="257"/>
            <ac:picMk id="28" creationId="{9041E35D-3FCE-37E3-BEE8-A095EB41E3AB}"/>
          </ac:picMkLst>
        </pc:picChg>
        <pc:picChg chg="add del mod">
          <ac:chgData name="Maha Hegde" userId="51885b350be66420" providerId="LiveId" clId="{6ED71119-0A50-480B-BDA7-8A5384FF8A45}" dt="2026-07-13T19:12:26.714" v="6558" actId="21"/>
          <ac:picMkLst>
            <pc:docMk/>
            <pc:sldMk cId="1460619810" sldId="257"/>
            <ac:picMk id="30" creationId="{397CF1C9-8FF9-792E-2186-E0F37A483967}"/>
          </ac:picMkLst>
        </pc:picChg>
        <pc:picChg chg="add">
          <ac:chgData name="Maha Hegde" userId="51885b350be66420" providerId="LiveId" clId="{6ED71119-0A50-480B-BDA7-8A5384FF8A45}" dt="2026-07-13T19:12:28.481" v="6560" actId="22"/>
          <ac:picMkLst>
            <pc:docMk/>
            <pc:sldMk cId="1460619810" sldId="257"/>
            <ac:picMk id="32" creationId="{296FA4D9-155D-6814-8DD6-01B3C76CB7D4}"/>
          </ac:picMkLst>
        </pc:picChg>
      </pc:sldChg>
      <pc:sldChg chg="addSp delSp modSp del mod">
        <pc:chgData name="Maha Hegde" userId="51885b350be66420" providerId="LiveId" clId="{6ED71119-0A50-480B-BDA7-8A5384FF8A45}" dt="2026-07-13T17:05:46.695" v="6003" actId="2696"/>
        <pc:sldMkLst>
          <pc:docMk/>
          <pc:sldMk cId="3671810305" sldId="260"/>
        </pc:sldMkLst>
        <pc:spChg chg="del mod">
          <ac:chgData name="Maha Hegde" userId="51885b350be66420" providerId="LiveId" clId="{6ED71119-0A50-480B-BDA7-8A5384FF8A45}" dt="2026-07-13T13:39:48.403" v="4730" actId="478"/>
          <ac:spMkLst>
            <pc:docMk/>
            <pc:sldMk cId="3671810305" sldId="260"/>
            <ac:spMk id="2" creationId="{C13602FC-B3E9-D962-5948-F3AF9BD9AA68}"/>
          </ac:spMkLst>
        </pc:spChg>
        <pc:spChg chg="add del mod">
          <ac:chgData name="Maha Hegde" userId="51885b350be66420" providerId="LiveId" clId="{6ED71119-0A50-480B-BDA7-8A5384FF8A45}" dt="2026-07-13T13:39:44.258" v="4729" actId="21"/>
          <ac:spMkLst>
            <pc:docMk/>
            <pc:sldMk cId="3671810305" sldId="260"/>
            <ac:spMk id="3" creationId="{31CC3B3B-2BC9-ABCA-D915-23DAA3B7EFC3}"/>
          </ac:spMkLst>
        </pc:spChg>
        <pc:spChg chg="add del mod">
          <ac:chgData name="Maha Hegde" userId="51885b350be66420" providerId="LiveId" clId="{6ED71119-0A50-480B-BDA7-8A5384FF8A45}" dt="2026-07-13T13:39:50.877" v="4731" actId="478"/>
          <ac:spMkLst>
            <pc:docMk/>
            <pc:sldMk cId="3671810305" sldId="260"/>
            <ac:spMk id="5" creationId="{0565643D-E82E-D438-E9F7-30FA4CA965A5}"/>
          </ac:spMkLst>
        </pc:spChg>
        <pc:spChg chg="del">
          <ac:chgData name="Maha Hegde" userId="51885b350be66420" providerId="LiveId" clId="{6ED71119-0A50-480B-BDA7-8A5384FF8A45}" dt="2026-07-13T13:40:08.389" v="4733" actId="478"/>
          <ac:spMkLst>
            <pc:docMk/>
            <pc:sldMk cId="3671810305" sldId="260"/>
            <ac:spMk id="7" creationId="{9E192FE2-BDA2-BEDE-192E-CBD15AA28A1D}"/>
          </ac:spMkLst>
        </pc:spChg>
        <pc:spChg chg="del">
          <ac:chgData name="Maha Hegde" userId="51885b350be66420" providerId="LiveId" clId="{6ED71119-0A50-480B-BDA7-8A5384FF8A45}" dt="2026-07-13T13:40:08.389" v="4733" actId="478"/>
          <ac:spMkLst>
            <pc:docMk/>
            <pc:sldMk cId="3671810305" sldId="260"/>
            <ac:spMk id="10" creationId="{C8F0E750-493E-1DB8-624F-6C93A496A596}"/>
          </ac:spMkLst>
        </pc:spChg>
        <pc:spChg chg="add mod">
          <ac:chgData name="Maha Hegde" userId="51885b350be66420" providerId="LiveId" clId="{6ED71119-0A50-480B-BDA7-8A5384FF8A45}" dt="2026-07-13T17:05:42.737" v="6002" actId="20577"/>
          <ac:spMkLst>
            <pc:docMk/>
            <pc:sldMk cId="3671810305" sldId="260"/>
            <ac:spMk id="11" creationId="{4F26C1A9-8141-7408-E46F-A74E17AC7718}"/>
          </ac:spMkLst>
        </pc:spChg>
        <pc:spChg chg="add del mod">
          <ac:chgData name="Maha Hegde" userId="51885b350be66420" providerId="LiveId" clId="{6ED71119-0A50-480B-BDA7-8A5384FF8A45}" dt="2026-07-13T13:40:57.700" v="4739" actId="478"/>
          <ac:spMkLst>
            <pc:docMk/>
            <pc:sldMk cId="3671810305" sldId="260"/>
            <ac:spMk id="14" creationId="{4A43CA6B-A4A5-5831-2099-4097CCC69E56}"/>
          </ac:spMkLst>
        </pc:spChg>
        <pc:spChg chg="del">
          <ac:chgData name="Maha Hegde" userId="51885b350be66420" providerId="LiveId" clId="{6ED71119-0A50-480B-BDA7-8A5384FF8A45}" dt="2026-07-13T13:40:08.389" v="4733" actId="478"/>
          <ac:spMkLst>
            <pc:docMk/>
            <pc:sldMk cId="3671810305" sldId="260"/>
            <ac:spMk id="19" creationId="{BD5290FA-B08F-80E4-1BDA-C454B921BDA7}"/>
          </ac:spMkLst>
        </pc:spChg>
        <pc:spChg chg="del">
          <ac:chgData name="Maha Hegde" userId="51885b350be66420" providerId="LiveId" clId="{6ED71119-0A50-480B-BDA7-8A5384FF8A45}" dt="2026-07-13T13:40:08.389" v="4733" actId="478"/>
          <ac:spMkLst>
            <pc:docMk/>
            <pc:sldMk cId="3671810305" sldId="260"/>
            <ac:spMk id="20" creationId="{D09C8D99-4ED9-4106-7B6F-640891FEE798}"/>
          </ac:spMkLst>
        </pc:spChg>
        <pc:spChg chg="add del mod">
          <ac:chgData name="Maha Hegde" userId="51885b350be66420" providerId="LiveId" clId="{6ED71119-0A50-480B-BDA7-8A5384FF8A45}" dt="2026-07-13T13:41:00.221" v="4740" actId="478"/>
          <ac:spMkLst>
            <pc:docMk/>
            <pc:sldMk cId="3671810305" sldId="260"/>
            <ac:spMk id="23" creationId="{7EFC2520-4D39-EC61-1E21-D59567FEAAA0}"/>
          </ac:spMkLst>
        </pc:spChg>
        <pc:spChg chg="add mod">
          <ac:chgData name="Maha Hegde" userId="51885b350be66420" providerId="LiveId" clId="{6ED71119-0A50-480B-BDA7-8A5384FF8A45}" dt="2026-07-13T15:40:12.974" v="4829" actId="1076"/>
          <ac:spMkLst>
            <pc:docMk/>
            <pc:sldMk cId="3671810305" sldId="260"/>
            <ac:spMk id="25" creationId="{463D1B11-AA0D-C0C2-610A-1CD34CC82320}"/>
          </ac:spMkLst>
        </pc:spChg>
        <pc:spChg chg="del mod topLvl">
          <ac:chgData name="Maha Hegde" userId="51885b350be66420" providerId="LiveId" clId="{6ED71119-0A50-480B-BDA7-8A5384FF8A45}" dt="2026-07-13T15:40:26.148" v="4830" actId="478"/>
          <ac:spMkLst>
            <pc:docMk/>
            <pc:sldMk cId="3671810305" sldId="260"/>
            <ac:spMk id="33" creationId="{838ED527-EF72-CDA9-B721-D3BD065D885F}"/>
          </ac:spMkLst>
        </pc:spChg>
        <pc:spChg chg="del mod topLvl">
          <ac:chgData name="Maha Hegde" userId="51885b350be66420" providerId="LiveId" clId="{6ED71119-0A50-480B-BDA7-8A5384FF8A45}" dt="2026-07-13T15:40:26.148" v="4830" actId="478"/>
          <ac:spMkLst>
            <pc:docMk/>
            <pc:sldMk cId="3671810305" sldId="260"/>
            <ac:spMk id="34" creationId="{AE33A2DC-870E-2615-0351-DFA1BC160CEC}"/>
          </ac:spMkLst>
        </pc:spChg>
        <pc:spChg chg="del mod topLvl">
          <ac:chgData name="Maha Hegde" userId="51885b350be66420" providerId="LiveId" clId="{6ED71119-0A50-480B-BDA7-8A5384FF8A45}" dt="2026-07-13T15:40:26.148" v="4830" actId="478"/>
          <ac:spMkLst>
            <pc:docMk/>
            <pc:sldMk cId="3671810305" sldId="260"/>
            <ac:spMk id="35" creationId="{E4255928-1397-26DA-47E9-96C9DCF3A789}"/>
          </ac:spMkLst>
        </pc:spChg>
        <pc:spChg chg="add del mod">
          <ac:chgData name="Maha Hegde" userId="51885b350be66420" providerId="LiveId" clId="{6ED71119-0A50-480B-BDA7-8A5384FF8A45}" dt="2026-07-13T13:46:01.689" v="4793" actId="478"/>
          <ac:spMkLst>
            <pc:docMk/>
            <pc:sldMk cId="3671810305" sldId="260"/>
            <ac:spMk id="36" creationId="{434884A8-0224-7501-C77C-2E27B50C60E2}"/>
          </ac:spMkLst>
        </pc:spChg>
        <pc:spChg chg="del">
          <ac:chgData name="Maha Hegde" userId="51885b350be66420" providerId="LiveId" clId="{6ED71119-0A50-480B-BDA7-8A5384FF8A45}" dt="2026-07-13T13:40:08.389" v="4733" actId="478"/>
          <ac:spMkLst>
            <pc:docMk/>
            <pc:sldMk cId="3671810305" sldId="260"/>
            <ac:spMk id="37" creationId="{B0790539-2796-23C3-A61E-2A4E96DB3ABE}"/>
          </ac:spMkLst>
        </pc:spChg>
        <pc:spChg chg="del">
          <ac:chgData name="Maha Hegde" userId="51885b350be66420" providerId="LiveId" clId="{6ED71119-0A50-480B-BDA7-8A5384FF8A45}" dt="2026-07-13T13:40:08.389" v="4733" actId="478"/>
          <ac:spMkLst>
            <pc:docMk/>
            <pc:sldMk cId="3671810305" sldId="260"/>
            <ac:spMk id="38" creationId="{C57AF1D9-846C-DFD2-7A47-F0CB4411010C}"/>
          </ac:spMkLst>
        </pc:spChg>
        <pc:spChg chg="del">
          <ac:chgData name="Maha Hegde" userId="51885b350be66420" providerId="LiveId" clId="{6ED71119-0A50-480B-BDA7-8A5384FF8A45}" dt="2026-07-13T13:40:08.389" v="4733" actId="478"/>
          <ac:spMkLst>
            <pc:docMk/>
            <pc:sldMk cId="3671810305" sldId="260"/>
            <ac:spMk id="39" creationId="{A0BFB27A-62AA-6CC1-36EC-1808FCB5FD03}"/>
          </ac:spMkLst>
        </pc:spChg>
        <pc:spChg chg="add del mod">
          <ac:chgData name="Maha Hegde" userId="51885b350be66420" providerId="LiveId" clId="{6ED71119-0A50-480B-BDA7-8A5384FF8A45}" dt="2026-07-13T15:40:26.148" v="4830" actId="478"/>
          <ac:spMkLst>
            <pc:docMk/>
            <pc:sldMk cId="3671810305" sldId="260"/>
            <ac:spMk id="41" creationId="{8089F623-33FD-FAE3-2B70-8908B8C7A2FA}"/>
          </ac:spMkLst>
        </pc:spChg>
        <pc:spChg chg="del">
          <ac:chgData name="Maha Hegde" userId="51885b350be66420" providerId="LiveId" clId="{6ED71119-0A50-480B-BDA7-8A5384FF8A45}" dt="2026-07-13T13:40:08.389" v="4733" actId="478"/>
          <ac:spMkLst>
            <pc:docMk/>
            <pc:sldMk cId="3671810305" sldId="260"/>
            <ac:spMk id="42" creationId="{67FD5F79-873B-6FBE-37E5-1FAFA34DEFD5}"/>
          </ac:spMkLst>
        </pc:spChg>
        <pc:spChg chg="del">
          <ac:chgData name="Maha Hegde" userId="51885b350be66420" providerId="LiveId" clId="{6ED71119-0A50-480B-BDA7-8A5384FF8A45}" dt="2026-07-13T13:40:08.389" v="4733" actId="478"/>
          <ac:spMkLst>
            <pc:docMk/>
            <pc:sldMk cId="3671810305" sldId="260"/>
            <ac:spMk id="43" creationId="{40253E3C-C1A0-6D2F-8C82-8C42103E9865}"/>
          </ac:spMkLst>
        </pc:spChg>
        <pc:spChg chg="del">
          <ac:chgData name="Maha Hegde" userId="51885b350be66420" providerId="LiveId" clId="{6ED71119-0A50-480B-BDA7-8A5384FF8A45}" dt="2026-07-13T13:40:08.389" v="4733" actId="478"/>
          <ac:spMkLst>
            <pc:docMk/>
            <pc:sldMk cId="3671810305" sldId="260"/>
            <ac:spMk id="45" creationId="{AC3F6DF8-A56A-78DB-63AF-629E0430C231}"/>
          </ac:spMkLst>
        </pc:spChg>
        <pc:grpChg chg="del mod">
          <ac:chgData name="Maha Hegde" userId="51885b350be66420" providerId="LiveId" clId="{6ED71119-0A50-480B-BDA7-8A5384FF8A45}" dt="2026-07-13T13:43:27.319" v="4765" actId="165"/>
          <ac:grpSpMkLst>
            <pc:docMk/>
            <pc:sldMk cId="3671810305" sldId="260"/>
            <ac:grpSpMk id="32" creationId="{C4782824-42C7-4563-0D57-34E719D9035D}"/>
          </ac:grpSpMkLst>
        </pc:grpChg>
        <pc:picChg chg="del">
          <ac:chgData name="Maha Hegde" userId="51885b350be66420" providerId="LiveId" clId="{6ED71119-0A50-480B-BDA7-8A5384FF8A45}" dt="2026-07-13T13:40:10.769" v="4734" actId="478"/>
          <ac:picMkLst>
            <pc:docMk/>
            <pc:sldMk cId="3671810305" sldId="260"/>
            <ac:picMk id="9" creationId="{7AEA3432-2EB1-0A1A-1DEC-2DC5857F86A3}"/>
          </ac:picMkLst>
        </pc:picChg>
        <pc:picChg chg="add mod">
          <ac:chgData name="Maha Hegde" userId="51885b350be66420" providerId="LiveId" clId="{6ED71119-0A50-480B-BDA7-8A5384FF8A45}" dt="2026-07-13T13:43:07.396" v="4761" actId="1076"/>
          <ac:picMkLst>
            <pc:docMk/>
            <pc:sldMk cId="3671810305" sldId="260"/>
            <ac:picMk id="27" creationId="{5BAB0D3E-FFD6-7134-1871-83505E373229}"/>
          </ac:picMkLst>
        </pc:picChg>
        <pc:picChg chg="add del mod">
          <ac:chgData name="Maha Hegde" userId="51885b350be66420" providerId="LiveId" clId="{6ED71119-0A50-480B-BDA7-8A5384FF8A45}" dt="2026-07-13T15:40:26.148" v="4830" actId="478"/>
          <ac:picMkLst>
            <pc:docMk/>
            <pc:sldMk cId="3671810305" sldId="260"/>
            <ac:picMk id="29" creationId="{42E80F63-F872-059E-029A-96765A2B5DEC}"/>
          </ac:picMkLst>
        </pc:picChg>
        <pc:picChg chg="add del mod">
          <ac:chgData name="Maha Hegde" userId="51885b350be66420" providerId="LiveId" clId="{6ED71119-0A50-480B-BDA7-8A5384FF8A45}" dt="2026-07-13T13:43:17.881" v="4764" actId="27803"/>
          <ac:picMkLst>
            <pc:docMk/>
            <pc:sldMk cId="3671810305" sldId="260"/>
            <ac:picMk id="31" creationId="{66D632AF-566D-F2B5-554B-CBD5BAAF4E8F}"/>
          </ac:picMkLst>
        </pc:picChg>
      </pc:sldChg>
      <pc:sldChg chg="addSp delSp modSp mod">
        <pc:chgData name="Maha Hegde" userId="51885b350be66420" providerId="LiveId" clId="{6ED71119-0A50-480B-BDA7-8A5384FF8A45}" dt="2026-07-13T19:09:57.870" v="6525" actId="179"/>
        <pc:sldMkLst>
          <pc:docMk/>
          <pc:sldMk cId="280511296" sldId="261"/>
        </pc:sldMkLst>
        <pc:spChg chg="mod">
          <ac:chgData name="Maha Hegde" userId="51885b350be66420" providerId="LiveId" clId="{6ED71119-0A50-480B-BDA7-8A5384FF8A45}" dt="2026-07-13T19:09:57.870" v="6525" actId="179"/>
          <ac:spMkLst>
            <pc:docMk/>
            <pc:sldMk cId="280511296" sldId="261"/>
            <ac:spMk id="2" creationId="{46BE8AA1-DE02-D0C5-A4ED-6B49B9F78EA4}"/>
          </ac:spMkLst>
        </pc:spChg>
        <pc:spChg chg="del">
          <ac:chgData name="Maha Hegde" userId="51885b350be66420" providerId="LiveId" clId="{6ED71119-0A50-480B-BDA7-8A5384FF8A45}" dt="2026-07-13T16:07:44.260" v="4840" actId="478"/>
          <ac:spMkLst>
            <pc:docMk/>
            <pc:sldMk cId="280511296" sldId="261"/>
            <ac:spMk id="5" creationId="{6294298F-BB75-BFC9-3078-711B61A152C8}"/>
          </ac:spMkLst>
        </pc:spChg>
        <pc:spChg chg="mod">
          <ac:chgData name="Maha Hegde" userId="51885b350be66420" providerId="LiveId" clId="{6ED71119-0A50-480B-BDA7-8A5384FF8A45}" dt="2026-07-13T04:46:47.955" v="4004" actId="20577"/>
          <ac:spMkLst>
            <pc:docMk/>
            <pc:sldMk cId="280511296" sldId="261"/>
            <ac:spMk id="6" creationId="{C9187F49-C692-FC19-3BDA-FC2EF43AA142}"/>
          </ac:spMkLst>
        </pc:spChg>
        <pc:picChg chg="add del">
          <ac:chgData name="Maha Hegde" userId="51885b350be66420" providerId="LiveId" clId="{6ED71119-0A50-480B-BDA7-8A5384FF8A45}" dt="2026-07-13T13:35:13.999" v="4335" actId="22"/>
          <ac:picMkLst>
            <pc:docMk/>
            <pc:sldMk cId="280511296" sldId="261"/>
            <ac:picMk id="4" creationId="{622C18FA-7BB9-D286-90E2-0AF41B65E615}"/>
          </ac:picMkLst>
        </pc:picChg>
      </pc:sldChg>
      <pc:sldChg chg="del">
        <pc:chgData name="Maha Hegde" userId="51885b350be66420" providerId="LiveId" clId="{6ED71119-0A50-480B-BDA7-8A5384FF8A45}" dt="2026-07-13T17:58:43.379" v="6464" actId="47"/>
        <pc:sldMkLst>
          <pc:docMk/>
          <pc:sldMk cId="2620047821" sldId="262"/>
        </pc:sldMkLst>
      </pc:sldChg>
      <pc:sldChg chg="del">
        <pc:chgData name="Maha Hegde" userId="51885b350be66420" providerId="LiveId" clId="{6ED71119-0A50-480B-BDA7-8A5384FF8A45}" dt="2026-07-13T17:58:43.379" v="6464" actId="47"/>
        <pc:sldMkLst>
          <pc:docMk/>
          <pc:sldMk cId="2636223223" sldId="263"/>
        </pc:sldMkLst>
      </pc:sldChg>
      <pc:sldChg chg="del">
        <pc:chgData name="Maha Hegde" userId="51885b350be66420" providerId="LiveId" clId="{6ED71119-0A50-480B-BDA7-8A5384FF8A45}" dt="2026-07-13T17:58:43.379" v="6464" actId="47"/>
        <pc:sldMkLst>
          <pc:docMk/>
          <pc:sldMk cId="2387004893" sldId="265"/>
        </pc:sldMkLst>
      </pc:sldChg>
      <pc:sldChg chg="addSp delSp modSp del mod">
        <pc:chgData name="Maha Hegde" userId="51885b350be66420" providerId="LiveId" clId="{6ED71119-0A50-480B-BDA7-8A5384FF8A45}" dt="2026-07-13T17:58:43.379" v="6464" actId="47"/>
        <pc:sldMkLst>
          <pc:docMk/>
          <pc:sldMk cId="4237377230" sldId="268"/>
        </pc:sldMkLst>
        <pc:spChg chg="del">
          <ac:chgData name="Maha Hegde" userId="51885b350be66420" providerId="LiveId" clId="{6ED71119-0A50-480B-BDA7-8A5384FF8A45}" dt="2026-07-13T11:01:06.015" v="4014" actId="478"/>
          <ac:spMkLst>
            <pc:docMk/>
            <pc:sldMk cId="4237377230" sldId="268"/>
            <ac:spMk id="4" creationId="{E576A13E-D758-0653-E321-5DB5559040D3}"/>
          </ac:spMkLst>
        </pc:spChg>
        <pc:spChg chg="del">
          <ac:chgData name="Maha Hegde" userId="51885b350be66420" providerId="LiveId" clId="{6ED71119-0A50-480B-BDA7-8A5384FF8A45}" dt="2026-07-13T11:01:06.015" v="4014" actId="478"/>
          <ac:spMkLst>
            <pc:docMk/>
            <pc:sldMk cId="4237377230" sldId="268"/>
            <ac:spMk id="5" creationId="{315588A5-0DC1-890E-4DC9-2AD2A8AE6FE0}"/>
          </ac:spMkLst>
        </pc:spChg>
        <pc:spChg chg="del">
          <ac:chgData name="Maha Hegde" userId="51885b350be66420" providerId="LiveId" clId="{6ED71119-0A50-480B-BDA7-8A5384FF8A45}" dt="2026-07-13T11:01:06.015" v="4014" actId="478"/>
          <ac:spMkLst>
            <pc:docMk/>
            <pc:sldMk cId="4237377230" sldId="268"/>
            <ac:spMk id="7" creationId="{3CD9B5BB-01F2-CD2C-CBFA-95491A30FCF0}"/>
          </ac:spMkLst>
        </pc:spChg>
        <pc:spChg chg="del">
          <ac:chgData name="Maha Hegde" userId="51885b350be66420" providerId="LiveId" clId="{6ED71119-0A50-480B-BDA7-8A5384FF8A45}" dt="2026-07-13T11:01:06.015" v="4014" actId="478"/>
          <ac:spMkLst>
            <pc:docMk/>
            <pc:sldMk cId="4237377230" sldId="268"/>
            <ac:spMk id="8" creationId="{577CBC5D-48C6-ACA1-1C4B-F21B1D154579}"/>
          </ac:spMkLst>
        </pc:spChg>
        <pc:picChg chg="del">
          <ac:chgData name="Maha Hegde" userId="51885b350be66420" providerId="LiveId" clId="{6ED71119-0A50-480B-BDA7-8A5384FF8A45}" dt="2026-07-13T11:01:06.015" v="4014" actId="478"/>
          <ac:picMkLst>
            <pc:docMk/>
            <pc:sldMk cId="4237377230" sldId="268"/>
            <ac:picMk id="3" creationId="{D07D9C92-8CE6-54F1-D07F-766A85DE33A4}"/>
          </ac:picMkLst>
        </pc:picChg>
        <pc:picChg chg="add mod">
          <ac:chgData name="Maha Hegde" userId="51885b350be66420" providerId="LiveId" clId="{6ED71119-0A50-480B-BDA7-8A5384FF8A45}" dt="2026-07-13T11:01:10.044" v="4017" actId="1076"/>
          <ac:picMkLst>
            <pc:docMk/>
            <pc:sldMk cId="4237377230" sldId="268"/>
            <ac:picMk id="9" creationId="{EB9AB093-D1D9-9BB9-4E1B-F5DFF5C353B8}"/>
          </ac:picMkLst>
        </pc:picChg>
        <pc:cxnChg chg="del mod">
          <ac:chgData name="Maha Hegde" userId="51885b350be66420" providerId="LiveId" clId="{6ED71119-0A50-480B-BDA7-8A5384FF8A45}" dt="2026-07-13T11:01:06.015" v="4014" actId="478"/>
          <ac:cxnSpMkLst>
            <pc:docMk/>
            <pc:sldMk cId="4237377230" sldId="268"/>
            <ac:cxnSpMk id="10" creationId="{A4A47792-0BE6-19D9-BCE6-68D9F3D8A3DC}"/>
          </ac:cxnSpMkLst>
        </pc:cxnChg>
        <pc:cxnChg chg="del">
          <ac:chgData name="Maha Hegde" userId="51885b350be66420" providerId="LiveId" clId="{6ED71119-0A50-480B-BDA7-8A5384FF8A45}" dt="2026-07-13T11:01:06.015" v="4014" actId="478"/>
          <ac:cxnSpMkLst>
            <pc:docMk/>
            <pc:sldMk cId="4237377230" sldId="268"/>
            <ac:cxnSpMk id="11" creationId="{DC2C7D71-3D2F-1E16-6AD1-4FEEAACB8DC9}"/>
          </ac:cxnSpMkLst>
        </pc:cxnChg>
        <pc:cxnChg chg="del">
          <ac:chgData name="Maha Hegde" userId="51885b350be66420" providerId="LiveId" clId="{6ED71119-0A50-480B-BDA7-8A5384FF8A45}" dt="2026-07-13T11:01:06.015" v="4014" actId="478"/>
          <ac:cxnSpMkLst>
            <pc:docMk/>
            <pc:sldMk cId="4237377230" sldId="268"/>
            <ac:cxnSpMk id="12" creationId="{4584F7E4-1B99-5800-5504-34D636D9B49B}"/>
          </ac:cxnSpMkLst>
        </pc:cxnChg>
      </pc:sldChg>
      <pc:sldChg chg="modSp add del mod ord">
        <pc:chgData name="Maha Hegde" userId="51885b350be66420" providerId="LiveId" clId="{6ED71119-0A50-480B-BDA7-8A5384FF8A45}" dt="2026-07-13T17:59:50.531" v="6465" actId="47"/>
        <pc:sldMkLst>
          <pc:docMk/>
          <pc:sldMk cId="974982439" sldId="274"/>
        </pc:sldMkLst>
        <pc:spChg chg="mod">
          <ac:chgData name="Maha Hegde" userId="51885b350be66420" providerId="LiveId" clId="{6ED71119-0A50-480B-BDA7-8A5384FF8A45}" dt="2026-07-13T16:32:33.696" v="5244" actId="1036"/>
          <ac:spMkLst>
            <pc:docMk/>
            <pc:sldMk cId="974982439" sldId="274"/>
            <ac:spMk id="2" creationId="{47312C9C-E51B-24C2-BCDE-A9FC10CFCF08}"/>
          </ac:spMkLst>
        </pc:spChg>
        <pc:spChg chg="mod">
          <ac:chgData name="Maha Hegde" userId="51885b350be66420" providerId="LiveId" clId="{6ED71119-0A50-480B-BDA7-8A5384FF8A45}" dt="2026-07-13T16:33:04.905" v="5249" actId="20577"/>
          <ac:spMkLst>
            <pc:docMk/>
            <pc:sldMk cId="974982439" sldId="274"/>
            <ac:spMk id="6" creationId="{A5DD7A20-F808-9620-07ED-AD76AE0ABD64}"/>
          </ac:spMkLst>
        </pc:spChg>
      </pc:sldChg>
      <pc:sldChg chg="addSp delSp modSp add del mod ord">
        <pc:chgData name="Maha Hegde" userId="51885b350be66420" providerId="LiveId" clId="{6ED71119-0A50-480B-BDA7-8A5384FF8A45}" dt="2026-07-13T17:59:50.531" v="6465" actId="47"/>
        <pc:sldMkLst>
          <pc:docMk/>
          <pc:sldMk cId="3204948615" sldId="275"/>
        </pc:sldMkLst>
        <pc:spChg chg="add mod">
          <ac:chgData name="Maha Hegde" userId="51885b350be66420" providerId="LiveId" clId="{6ED71119-0A50-480B-BDA7-8A5384FF8A45}" dt="2026-07-13T16:32:42.539" v="5247"/>
          <ac:spMkLst>
            <pc:docMk/>
            <pc:sldMk cId="3204948615" sldId="275"/>
            <ac:spMk id="2" creationId="{47312C9C-E51B-24C2-BCDE-A9FC10CFCF08}"/>
          </ac:spMkLst>
        </pc:spChg>
        <pc:spChg chg="del">
          <ac:chgData name="Maha Hegde" userId="51885b350be66420" providerId="LiveId" clId="{6ED71119-0A50-480B-BDA7-8A5384FF8A45}" dt="2026-07-13T16:32:40.237" v="5245" actId="478"/>
          <ac:spMkLst>
            <pc:docMk/>
            <pc:sldMk cId="3204948615" sldId="275"/>
            <ac:spMk id="3" creationId="{BFDDBB36-41AB-0BA8-02DB-CFBD9250823B}"/>
          </ac:spMkLst>
        </pc:spChg>
        <pc:spChg chg="mod">
          <ac:chgData name="Maha Hegde" userId="51885b350be66420" providerId="LiveId" clId="{6ED71119-0A50-480B-BDA7-8A5384FF8A45}" dt="2026-07-13T16:33:09.794" v="5250"/>
          <ac:spMkLst>
            <pc:docMk/>
            <pc:sldMk cId="3204948615" sldId="275"/>
            <ac:spMk id="6" creationId="{4F9E9F9B-FB6A-291C-6A4C-4E75D8DC8E71}"/>
          </ac:spMkLst>
        </pc:spChg>
        <pc:spChg chg="add">
          <ac:chgData name="Maha Hegde" userId="51885b350be66420" providerId="LiveId" clId="{6ED71119-0A50-480B-BDA7-8A5384FF8A45}" dt="2026-07-13T16:32:47.124" v="5248" actId="22"/>
          <ac:spMkLst>
            <pc:docMk/>
            <pc:sldMk cId="3204948615" sldId="275"/>
            <ac:spMk id="9" creationId="{D32B6365-F999-6B1F-6666-9771E77BC6D5}"/>
          </ac:spMkLst>
        </pc:spChg>
      </pc:sldChg>
      <pc:sldChg chg="del">
        <pc:chgData name="Maha Hegde" userId="51885b350be66420" providerId="LiveId" clId="{6ED71119-0A50-480B-BDA7-8A5384FF8A45}" dt="2026-07-13T17:58:43.379" v="6464" actId="47"/>
        <pc:sldMkLst>
          <pc:docMk/>
          <pc:sldMk cId="4203621166" sldId="277"/>
        </pc:sldMkLst>
      </pc:sldChg>
      <pc:sldChg chg="addSp delSp modSp add mod ord">
        <pc:chgData name="Maha Hegde" userId="51885b350be66420" providerId="LiveId" clId="{6ED71119-0A50-480B-BDA7-8A5384FF8A45}" dt="2026-07-13T17:31:00.061" v="6160" actId="1076"/>
        <pc:sldMkLst>
          <pc:docMk/>
          <pc:sldMk cId="3271578818" sldId="278"/>
        </pc:sldMkLst>
        <pc:spChg chg="mod">
          <ac:chgData name="Maha Hegde" userId="51885b350be66420" providerId="LiveId" clId="{6ED71119-0A50-480B-BDA7-8A5384FF8A45}" dt="2026-07-13T16:09:40.192" v="4864" actId="20577"/>
          <ac:spMkLst>
            <pc:docMk/>
            <pc:sldMk cId="3271578818" sldId="278"/>
            <ac:spMk id="22" creationId="{DE40EB90-711E-E452-FF21-383FBBD06A4E}"/>
          </ac:spMkLst>
        </pc:spChg>
        <pc:spChg chg="del">
          <ac:chgData name="Maha Hegde" userId="51885b350be66420" providerId="LiveId" clId="{6ED71119-0A50-480B-BDA7-8A5384FF8A45}" dt="2026-07-13T15:41:28.712" v="4833" actId="478"/>
          <ac:spMkLst>
            <pc:docMk/>
            <pc:sldMk cId="3271578818" sldId="278"/>
            <ac:spMk id="25" creationId="{517CD6CB-0D40-7834-5C41-97C142F9CF01}"/>
          </ac:spMkLst>
        </pc:spChg>
        <pc:picChg chg="add del mod">
          <ac:chgData name="Maha Hegde" userId="51885b350be66420" providerId="LiveId" clId="{6ED71119-0A50-480B-BDA7-8A5384FF8A45}" dt="2026-07-13T17:30:25.205" v="6153" actId="478"/>
          <ac:picMkLst>
            <pc:docMk/>
            <pc:sldMk cId="3271578818" sldId="278"/>
            <ac:picMk id="3" creationId="{B1378F56-CE8A-D1BA-A070-3EE3C7480FAE}"/>
          </ac:picMkLst>
        </pc:picChg>
        <pc:picChg chg="add del mod">
          <ac:chgData name="Maha Hegde" userId="51885b350be66420" providerId="LiveId" clId="{6ED71119-0A50-480B-BDA7-8A5384FF8A45}" dt="2026-07-13T17:30:52.332" v="6157" actId="478"/>
          <ac:picMkLst>
            <pc:docMk/>
            <pc:sldMk cId="3271578818" sldId="278"/>
            <ac:picMk id="5" creationId="{69EBE5AF-E8C2-252A-8F23-95AC2F994BED}"/>
          </ac:picMkLst>
        </pc:picChg>
        <pc:picChg chg="add mod">
          <ac:chgData name="Maha Hegde" userId="51885b350be66420" providerId="LiveId" clId="{6ED71119-0A50-480B-BDA7-8A5384FF8A45}" dt="2026-07-13T17:30:34.484" v="6156" actId="1076"/>
          <ac:picMkLst>
            <pc:docMk/>
            <pc:sldMk cId="3271578818" sldId="278"/>
            <ac:picMk id="7" creationId="{6BA0566C-682F-E6A4-5A54-C17DF57E7BF0}"/>
          </ac:picMkLst>
        </pc:picChg>
        <pc:picChg chg="add mod">
          <ac:chgData name="Maha Hegde" userId="51885b350be66420" providerId="LiveId" clId="{6ED71119-0A50-480B-BDA7-8A5384FF8A45}" dt="2026-07-13T17:31:00.061" v="6160" actId="1076"/>
          <ac:picMkLst>
            <pc:docMk/>
            <pc:sldMk cId="3271578818" sldId="278"/>
            <ac:picMk id="9" creationId="{D8258B58-3B15-10C8-F9B8-3D16145114C5}"/>
          </ac:picMkLst>
        </pc:picChg>
        <pc:picChg chg="del">
          <ac:chgData name="Maha Hegde" userId="51885b350be66420" providerId="LiveId" clId="{6ED71119-0A50-480B-BDA7-8A5384FF8A45}" dt="2026-07-13T15:41:28.712" v="4833" actId="478"/>
          <ac:picMkLst>
            <pc:docMk/>
            <pc:sldMk cId="3271578818" sldId="278"/>
            <ac:picMk id="27" creationId="{55672BBD-1245-5E51-4CC9-A7C11F6C745B}"/>
          </ac:picMkLst>
        </pc:picChg>
      </pc:sldChg>
      <pc:sldChg chg="addSp delSp modSp add mod ord">
        <pc:chgData name="Maha Hegde" userId="51885b350be66420" providerId="LiveId" clId="{6ED71119-0A50-480B-BDA7-8A5384FF8A45}" dt="2026-07-13T17:17:23.976" v="6091" actId="1036"/>
        <pc:sldMkLst>
          <pc:docMk/>
          <pc:sldMk cId="377123489" sldId="279"/>
        </pc:sldMkLst>
        <pc:spChg chg="mod">
          <ac:chgData name="Maha Hegde" userId="51885b350be66420" providerId="LiveId" clId="{6ED71119-0A50-480B-BDA7-8A5384FF8A45}" dt="2026-07-13T17:06:47.084" v="6025" actId="313"/>
          <ac:spMkLst>
            <pc:docMk/>
            <pc:sldMk cId="377123489" sldId="279"/>
            <ac:spMk id="2" creationId="{8F83933B-7302-7BC7-17DD-F6AF5BC6A2CC}"/>
          </ac:spMkLst>
        </pc:spChg>
        <pc:spChg chg="mod">
          <ac:chgData name="Maha Hegde" userId="51885b350be66420" providerId="LiveId" clId="{6ED71119-0A50-480B-BDA7-8A5384FF8A45}" dt="2026-07-13T17:17:23.976" v="6091" actId="1036"/>
          <ac:spMkLst>
            <pc:docMk/>
            <pc:sldMk cId="377123489" sldId="279"/>
            <ac:spMk id="7" creationId="{519E670B-C264-97B0-88EC-F1160ED9BBA3}"/>
          </ac:spMkLst>
        </pc:spChg>
        <pc:picChg chg="add del">
          <ac:chgData name="Maha Hegde" userId="51885b350be66420" providerId="LiveId" clId="{6ED71119-0A50-480B-BDA7-8A5384FF8A45}" dt="2026-07-13T16:29:27.691" v="5199" actId="22"/>
          <ac:picMkLst>
            <pc:docMk/>
            <pc:sldMk cId="377123489" sldId="279"/>
            <ac:picMk id="4" creationId="{CE527EA4-145D-21D4-BD38-719E89098555}"/>
          </ac:picMkLst>
        </pc:picChg>
        <pc:picChg chg="add del">
          <ac:chgData name="Maha Hegde" userId="51885b350be66420" providerId="LiveId" clId="{6ED71119-0A50-480B-BDA7-8A5384FF8A45}" dt="2026-07-13T16:37:43.020" v="5252" actId="22"/>
          <ac:picMkLst>
            <pc:docMk/>
            <pc:sldMk cId="377123489" sldId="279"/>
            <ac:picMk id="6" creationId="{F39394CE-808E-726D-2A7D-AF103521FD62}"/>
          </ac:picMkLst>
        </pc:picChg>
        <pc:picChg chg="add del mod">
          <ac:chgData name="Maha Hegde" userId="51885b350be66420" providerId="LiveId" clId="{6ED71119-0A50-480B-BDA7-8A5384FF8A45}" dt="2026-07-13T16:38:38.520" v="5257" actId="478"/>
          <ac:picMkLst>
            <pc:docMk/>
            <pc:sldMk cId="377123489" sldId="279"/>
            <ac:picMk id="9" creationId="{52E50A54-37DF-5E97-7CC0-D9DEA4087F4D}"/>
          </ac:picMkLst>
        </pc:picChg>
        <pc:picChg chg="add del mod">
          <ac:chgData name="Maha Hegde" userId="51885b350be66420" providerId="LiveId" clId="{6ED71119-0A50-480B-BDA7-8A5384FF8A45}" dt="2026-07-13T17:06:24.111" v="6022" actId="478"/>
          <ac:picMkLst>
            <pc:docMk/>
            <pc:sldMk cId="377123489" sldId="279"/>
            <ac:picMk id="12" creationId="{D49D8C3A-657B-1BF9-D946-C8417C4494FD}"/>
          </ac:picMkLst>
        </pc:picChg>
        <pc:picChg chg="add del mod">
          <ac:chgData name="Maha Hegde" userId="51885b350be66420" providerId="LiveId" clId="{6ED71119-0A50-480B-BDA7-8A5384FF8A45}" dt="2026-07-13T17:09:14.546" v="6048" actId="478"/>
          <ac:picMkLst>
            <pc:docMk/>
            <pc:sldMk cId="377123489" sldId="279"/>
            <ac:picMk id="14" creationId="{59602FB3-6F91-903B-1791-70AC70CEF1DB}"/>
          </ac:picMkLst>
        </pc:picChg>
        <pc:picChg chg="del">
          <ac:chgData name="Maha Hegde" userId="51885b350be66420" providerId="LiveId" clId="{6ED71119-0A50-480B-BDA7-8A5384FF8A45}" dt="2026-07-13T16:24:56.063" v="5153" actId="478"/>
          <ac:picMkLst>
            <pc:docMk/>
            <pc:sldMk cId="377123489" sldId="279"/>
            <ac:picMk id="15" creationId="{4C663B39-EC30-85C9-141C-4796201FCD00}"/>
          </ac:picMkLst>
        </pc:picChg>
        <pc:picChg chg="add mod">
          <ac:chgData name="Maha Hegde" userId="51885b350be66420" providerId="LiveId" clId="{6ED71119-0A50-480B-BDA7-8A5384FF8A45}" dt="2026-07-13T17:14:43.527" v="6076" actId="1035"/>
          <ac:picMkLst>
            <pc:docMk/>
            <pc:sldMk cId="377123489" sldId="279"/>
            <ac:picMk id="17" creationId="{5D0659E3-327C-BFF7-5703-8C239AB95998}"/>
          </ac:picMkLst>
        </pc:picChg>
      </pc:sldChg>
      <pc:sldChg chg="modSp add del mod">
        <pc:chgData name="Maha Hegde" userId="51885b350be66420" providerId="LiveId" clId="{6ED71119-0A50-480B-BDA7-8A5384FF8A45}" dt="2026-07-13T16:11:20.935" v="4912" actId="47"/>
        <pc:sldMkLst>
          <pc:docMk/>
          <pc:sldMk cId="1179634537" sldId="279"/>
        </pc:sldMkLst>
        <pc:spChg chg="mod">
          <ac:chgData name="Maha Hegde" userId="51885b350be66420" providerId="LiveId" clId="{6ED71119-0A50-480B-BDA7-8A5384FF8A45}" dt="2026-07-13T16:10:44.120" v="4910" actId="20577"/>
          <ac:spMkLst>
            <pc:docMk/>
            <pc:sldMk cId="1179634537" sldId="279"/>
            <ac:spMk id="11" creationId="{B5C18229-2B17-C3A9-90BC-8B5D2189B1B5}"/>
          </ac:spMkLst>
        </pc:spChg>
      </pc:sldChg>
      <pc:sldChg chg="addSp delSp modSp add mod ord">
        <pc:chgData name="Maha Hegde" userId="51885b350be66420" providerId="LiveId" clId="{6ED71119-0A50-480B-BDA7-8A5384FF8A45}" dt="2026-07-13T16:43:25.794" v="5283"/>
        <pc:sldMkLst>
          <pc:docMk/>
          <pc:sldMk cId="3843474326" sldId="280"/>
        </pc:sldMkLst>
        <pc:spChg chg="mod">
          <ac:chgData name="Maha Hegde" userId="51885b350be66420" providerId="LiveId" clId="{6ED71119-0A50-480B-BDA7-8A5384FF8A45}" dt="2026-07-13T16:43:25.794" v="5283"/>
          <ac:spMkLst>
            <pc:docMk/>
            <pc:sldMk cId="3843474326" sldId="280"/>
            <ac:spMk id="7" creationId="{CAF04354-1226-4C93-8D49-96A163DF6243}"/>
          </ac:spMkLst>
        </pc:spChg>
        <pc:picChg chg="add mod">
          <ac:chgData name="Maha Hegde" userId="51885b350be66420" providerId="LiveId" clId="{6ED71119-0A50-480B-BDA7-8A5384FF8A45}" dt="2026-07-13T16:43:09.413" v="5282" actId="1076"/>
          <ac:picMkLst>
            <pc:docMk/>
            <pc:sldMk cId="3843474326" sldId="280"/>
            <ac:picMk id="4" creationId="{4E078EEB-5DAD-B497-79E6-69B544AC6660}"/>
          </ac:picMkLst>
        </pc:picChg>
        <pc:picChg chg="del">
          <ac:chgData name="Maha Hegde" userId="51885b350be66420" providerId="LiveId" clId="{6ED71119-0A50-480B-BDA7-8A5384FF8A45}" dt="2026-07-13T16:43:05.832" v="5281" actId="478"/>
          <ac:picMkLst>
            <pc:docMk/>
            <pc:sldMk cId="3843474326" sldId="280"/>
            <ac:picMk id="12" creationId="{06EFD849-D0F4-E798-B546-A23237AF26F0}"/>
          </ac:picMkLst>
        </pc:picChg>
      </pc:sldChg>
      <pc:sldChg chg="add del">
        <pc:chgData name="Maha Hegde" userId="51885b350be66420" providerId="LiveId" clId="{6ED71119-0A50-480B-BDA7-8A5384FF8A45}" dt="2026-07-13T16:11:20.935" v="4912" actId="47"/>
        <pc:sldMkLst>
          <pc:docMk/>
          <pc:sldMk cId="4231353811" sldId="280"/>
        </pc:sldMkLst>
      </pc:sldChg>
      <pc:sldChg chg="addSp delSp modSp add mod ord">
        <pc:chgData name="Maha Hegde" userId="51885b350be66420" providerId="LiveId" clId="{6ED71119-0A50-480B-BDA7-8A5384FF8A45}" dt="2026-07-13T19:13:41.747" v="6562"/>
        <pc:sldMkLst>
          <pc:docMk/>
          <pc:sldMk cId="3656445757" sldId="281"/>
        </pc:sldMkLst>
        <pc:spChg chg="add del">
          <ac:chgData name="Maha Hegde" userId="51885b350be66420" providerId="LiveId" clId="{6ED71119-0A50-480B-BDA7-8A5384FF8A45}" dt="2026-07-13T16:45:18.086" v="5287" actId="22"/>
          <ac:spMkLst>
            <pc:docMk/>
            <pc:sldMk cId="3656445757" sldId="281"/>
            <ac:spMk id="4" creationId="{AE1E0234-9CEC-35FF-716C-067D74AE8096}"/>
          </ac:spMkLst>
        </pc:spChg>
        <pc:spChg chg="add del mod">
          <ac:chgData name="Maha Hegde" userId="51885b350be66420" providerId="LiveId" clId="{6ED71119-0A50-480B-BDA7-8A5384FF8A45}" dt="2026-07-13T16:46:31.286" v="5301" actId="478"/>
          <ac:spMkLst>
            <pc:docMk/>
            <pc:sldMk cId="3656445757" sldId="281"/>
            <ac:spMk id="6" creationId="{8BA127BB-56DC-3DC7-3A3E-23A226ED051A}"/>
          </ac:spMkLst>
        </pc:spChg>
        <pc:spChg chg="mod">
          <ac:chgData name="Maha Hegde" userId="51885b350be66420" providerId="LiveId" clId="{6ED71119-0A50-480B-BDA7-8A5384FF8A45}" dt="2026-07-13T16:49:03.460" v="5356"/>
          <ac:spMkLst>
            <pc:docMk/>
            <pc:sldMk cId="3656445757" sldId="281"/>
            <ac:spMk id="7" creationId="{5AF396C0-F404-7704-09F1-DE9041FB30CE}"/>
          </ac:spMkLst>
        </pc:spChg>
        <pc:spChg chg="add mod">
          <ac:chgData name="Maha Hegde" userId="51885b350be66420" providerId="LiveId" clId="{6ED71119-0A50-480B-BDA7-8A5384FF8A45}" dt="2026-07-13T16:49:11.060" v="5371" actId="1035"/>
          <ac:spMkLst>
            <pc:docMk/>
            <pc:sldMk cId="3656445757" sldId="281"/>
            <ac:spMk id="8" creationId="{BFCB6ABE-AC54-ADA4-E5B9-E2A8A792D244}"/>
          </ac:spMkLst>
        </pc:spChg>
        <pc:picChg chg="del">
          <ac:chgData name="Maha Hegde" userId="51885b350be66420" providerId="LiveId" clId="{6ED71119-0A50-480B-BDA7-8A5384FF8A45}" dt="2026-07-13T16:44:44.693" v="5285" actId="478"/>
          <ac:picMkLst>
            <pc:docMk/>
            <pc:sldMk cId="3656445757" sldId="281"/>
            <ac:picMk id="12" creationId="{2CCAE48E-688C-AD2B-DB22-88A1641154DF}"/>
          </ac:picMkLst>
        </pc:picChg>
      </pc:sldChg>
      <pc:sldChg chg="addSp delSp modSp add mod addAnim delAnim modAnim">
        <pc:chgData name="Maha Hegde" userId="51885b350be66420" providerId="LiveId" clId="{6ED71119-0A50-480B-BDA7-8A5384FF8A45}" dt="2026-07-13T19:15:47.335" v="6606"/>
        <pc:sldMkLst>
          <pc:docMk/>
          <pc:sldMk cId="1009594766" sldId="282"/>
        </pc:sldMkLst>
        <pc:spChg chg="mod">
          <ac:chgData name="Maha Hegde" userId="51885b350be66420" providerId="LiveId" clId="{6ED71119-0A50-480B-BDA7-8A5384FF8A45}" dt="2026-07-13T16:50:11.049" v="5424" actId="20577"/>
          <ac:spMkLst>
            <pc:docMk/>
            <pc:sldMk cId="1009594766" sldId="282"/>
            <ac:spMk id="2" creationId="{57B430F0-F4EC-A43B-DE10-5F2005E0C142}"/>
          </ac:spMkLst>
        </pc:spChg>
        <pc:spChg chg="add mod">
          <ac:chgData name="Maha Hegde" userId="51885b350be66420" providerId="LiveId" clId="{6ED71119-0A50-480B-BDA7-8A5384FF8A45}" dt="2026-07-13T17:05:10.734" v="5999" actId="1036"/>
          <ac:spMkLst>
            <pc:docMk/>
            <pc:sldMk cId="1009594766" sldId="282"/>
            <ac:spMk id="3" creationId="{347B48A9-A8FA-8CBC-84AE-1BE125F5181D}"/>
          </ac:spMkLst>
        </pc:spChg>
        <pc:spChg chg="add mod">
          <ac:chgData name="Maha Hegde" userId="51885b350be66420" providerId="LiveId" clId="{6ED71119-0A50-480B-BDA7-8A5384FF8A45}" dt="2026-07-13T17:05:10.734" v="5999" actId="1036"/>
          <ac:spMkLst>
            <pc:docMk/>
            <pc:sldMk cId="1009594766" sldId="282"/>
            <ac:spMk id="5" creationId="{FE1DBA15-2180-B3CE-AD6B-6CBC79C5862D}"/>
          </ac:spMkLst>
        </pc:spChg>
        <pc:spChg chg="del mod">
          <ac:chgData name="Maha Hegde" userId="51885b350be66420" providerId="LiveId" clId="{6ED71119-0A50-480B-BDA7-8A5384FF8A45}" dt="2026-07-13T16:53:20.205" v="5501" actId="478"/>
          <ac:spMkLst>
            <pc:docMk/>
            <pc:sldMk cId="1009594766" sldId="282"/>
            <ac:spMk id="8" creationId="{97D19324-14A5-8DAE-CEAB-5227AAFE0FB2}"/>
          </ac:spMkLst>
        </pc:spChg>
        <pc:spChg chg="add del mod">
          <ac:chgData name="Maha Hegde" userId="51885b350be66420" providerId="LiveId" clId="{6ED71119-0A50-480B-BDA7-8A5384FF8A45}" dt="2026-07-13T16:53:24.383" v="5502" actId="478"/>
          <ac:spMkLst>
            <pc:docMk/>
            <pc:sldMk cId="1009594766" sldId="282"/>
            <ac:spMk id="9" creationId="{373F38E9-DB54-8765-A077-4C8321205E9D}"/>
          </ac:spMkLst>
        </pc:spChg>
        <pc:spChg chg="add del mod">
          <ac:chgData name="Maha Hegde" userId="51885b350be66420" providerId="LiveId" clId="{6ED71119-0A50-480B-BDA7-8A5384FF8A45}" dt="2026-07-13T16:54:39.784" v="5553"/>
          <ac:spMkLst>
            <pc:docMk/>
            <pc:sldMk cId="1009594766" sldId="282"/>
            <ac:spMk id="10" creationId="{F826143B-4314-4085-B4CE-0F1574C14EB8}"/>
          </ac:spMkLst>
        </pc:spChg>
        <pc:spChg chg="add mod">
          <ac:chgData name="Maha Hegde" userId="51885b350be66420" providerId="LiveId" clId="{6ED71119-0A50-480B-BDA7-8A5384FF8A45}" dt="2026-07-13T17:05:10.734" v="5999" actId="1036"/>
          <ac:spMkLst>
            <pc:docMk/>
            <pc:sldMk cId="1009594766" sldId="282"/>
            <ac:spMk id="12" creationId="{FE56F45C-FB9F-F73A-0FC2-B85ECB9B0F6A}"/>
          </ac:spMkLst>
        </pc:spChg>
        <pc:spChg chg="add mod">
          <ac:chgData name="Maha Hegde" userId="51885b350be66420" providerId="LiveId" clId="{6ED71119-0A50-480B-BDA7-8A5384FF8A45}" dt="2026-07-13T17:05:10.734" v="5999" actId="1036"/>
          <ac:spMkLst>
            <pc:docMk/>
            <pc:sldMk cId="1009594766" sldId="282"/>
            <ac:spMk id="14" creationId="{0FFB1E1F-2996-BFED-C0E4-ADBEB2D79E0D}"/>
          </ac:spMkLst>
        </pc:spChg>
        <pc:spChg chg="add mod">
          <ac:chgData name="Maha Hegde" userId="51885b350be66420" providerId="LiveId" clId="{6ED71119-0A50-480B-BDA7-8A5384FF8A45}" dt="2026-07-13T17:05:10.734" v="5999" actId="1036"/>
          <ac:spMkLst>
            <pc:docMk/>
            <pc:sldMk cId="1009594766" sldId="282"/>
            <ac:spMk id="15" creationId="{18693BEC-E981-E64E-4DD8-9399DF3C2B89}"/>
          </ac:spMkLst>
        </pc:spChg>
        <pc:spChg chg="add mod">
          <ac:chgData name="Maha Hegde" userId="51885b350be66420" providerId="LiveId" clId="{6ED71119-0A50-480B-BDA7-8A5384FF8A45}" dt="2026-07-13T17:05:10.734" v="5999" actId="1036"/>
          <ac:spMkLst>
            <pc:docMk/>
            <pc:sldMk cId="1009594766" sldId="282"/>
            <ac:spMk id="17" creationId="{8B863175-9F05-7130-8CE6-AA4CC804E8A9}"/>
          </ac:spMkLst>
        </pc:spChg>
        <pc:spChg chg="add mod">
          <ac:chgData name="Maha Hegde" userId="51885b350be66420" providerId="LiveId" clId="{6ED71119-0A50-480B-BDA7-8A5384FF8A45}" dt="2026-07-13T17:05:10.734" v="5999" actId="1036"/>
          <ac:spMkLst>
            <pc:docMk/>
            <pc:sldMk cId="1009594766" sldId="282"/>
            <ac:spMk id="19" creationId="{7547B57A-3E1C-0D00-6F67-A3BB5DAAAFB8}"/>
          </ac:spMkLst>
        </pc:spChg>
        <pc:spChg chg="add mod">
          <ac:chgData name="Maha Hegde" userId="51885b350be66420" providerId="LiveId" clId="{6ED71119-0A50-480B-BDA7-8A5384FF8A45}" dt="2026-07-13T17:05:10.734" v="5999" actId="1036"/>
          <ac:spMkLst>
            <pc:docMk/>
            <pc:sldMk cId="1009594766" sldId="282"/>
            <ac:spMk id="21" creationId="{86F23DA4-C5A4-ECCB-A80A-B4B31727B0CA}"/>
          </ac:spMkLst>
        </pc:spChg>
        <pc:spChg chg="add mod">
          <ac:chgData name="Maha Hegde" userId="51885b350be66420" providerId="LiveId" clId="{6ED71119-0A50-480B-BDA7-8A5384FF8A45}" dt="2026-07-13T17:05:10.734" v="5999" actId="1036"/>
          <ac:spMkLst>
            <pc:docMk/>
            <pc:sldMk cId="1009594766" sldId="282"/>
            <ac:spMk id="23" creationId="{FE35D72A-55EF-E3F6-D85E-A82CE7DF0EC0}"/>
          </ac:spMkLst>
        </pc:spChg>
        <pc:spChg chg="add mod">
          <ac:chgData name="Maha Hegde" userId="51885b350be66420" providerId="LiveId" clId="{6ED71119-0A50-480B-BDA7-8A5384FF8A45}" dt="2026-07-13T17:05:10.734" v="5999" actId="1036"/>
          <ac:spMkLst>
            <pc:docMk/>
            <pc:sldMk cId="1009594766" sldId="282"/>
            <ac:spMk id="25" creationId="{9A34F534-5CF6-AE70-EFD5-58393D6EA036}"/>
          </ac:spMkLst>
        </pc:spChg>
        <pc:spChg chg="add del mod">
          <ac:chgData name="Maha Hegde" userId="51885b350be66420" providerId="LiveId" clId="{6ED71119-0A50-480B-BDA7-8A5384FF8A45}" dt="2026-07-13T17:02:33.254" v="5872" actId="478"/>
          <ac:spMkLst>
            <pc:docMk/>
            <pc:sldMk cId="1009594766" sldId="282"/>
            <ac:spMk id="27" creationId="{D7EEED7C-0839-F131-D755-456038955944}"/>
          </ac:spMkLst>
        </pc:spChg>
        <pc:spChg chg="add mod">
          <ac:chgData name="Maha Hegde" userId="51885b350be66420" providerId="LiveId" clId="{6ED71119-0A50-480B-BDA7-8A5384FF8A45}" dt="2026-07-13T19:14:50.624" v="6599" actId="20577"/>
          <ac:spMkLst>
            <pc:docMk/>
            <pc:sldMk cId="1009594766" sldId="282"/>
            <ac:spMk id="28" creationId="{5B33453E-CB8F-930A-AA84-753B1C4BBD20}"/>
          </ac:spMkLst>
        </pc:spChg>
      </pc:sldChg>
      <pc:sldChg chg="add">
        <pc:chgData name="Maha Hegde" userId="51885b350be66420" providerId="LiveId" clId="{6ED71119-0A50-480B-BDA7-8A5384FF8A45}" dt="2026-07-13T17:05:51.629" v="6004" actId="2890"/>
        <pc:sldMkLst>
          <pc:docMk/>
          <pc:sldMk cId="3188297044" sldId="283"/>
        </pc:sldMkLst>
      </pc:sldChg>
      <pc:sldChg chg="addSp delSp modSp add mod modAnim">
        <pc:chgData name="Maha Hegde" userId="51885b350be66420" providerId="LiveId" clId="{6ED71119-0A50-480B-BDA7-8A5384FF8A45}" dt="2026-07-13T17:51:16.250" v="6408" actId="1038"/>
        <pc:sldMkLst>
          <pc:docMk/>
          <pc:sldMk cId="3573782069" sldId="284"/>
        </pc:sldMkLst>
        <pc:spChg chg="mod">
          <ac:chgData name="Maha Hegde" userId="51885b350be66420" providerId="LiveId" clId="{6ED71119-0A50-480B-BDA7-8A5384FF8A45}" dt="2026-07-13T17:29:02.478" v="6149" actId="20577"/>
          <ac:spMkLst>
            <pc:docMk/>
            <pc:sldMk cId="3573782069" sldId="284"/>
            <ac:spMk id="2" creationId="{E423AD4E-9FEE-C48A-C7D9-C918EA25A021}"/>
          </ac:spMkLst>
        </pc:spChg>
        <pc:spChg chg="del">
          <ac:chgData name="Maha Hegde" userId="51885b350be66420" providerId="LiveId" clId="{6ED71119-0A50-480B-BDA7-8A5384FF8A45}" dt="2026-07-13T17:38:55.309" v="6286" actId="478"/>
          <ac:spMkLst>
            <pc:docMk/>
            <pc:sldMk cId="3573782069" sldId="284"/>
            <ac:spMk id="7" creationId="{3898F7AE-9D2C-5AAB-C92A-8DC573B1EFA2}"/>
          </ac:spMkLst>
        </pc:spChg>
        <pc:spChg chg="add mod">
          <ac:chgData name="Maha Hegde" userId="51885b350be66420" providerId="LiveId" clId="{6ED71119-0A50-480B-BDA7-8A5384FF8A45}" dt="2026-07-13T17:34:11.447" v="6245" actId="1036"/>
          <ac:spMkLst>
            <pc:docMk/>
            <pc:sldMk cId="3573782069" sldId="284"/>
            <ac:spMk id="10" creationId="{0CBBBCF4-725C-4DC2-C29A-F1887690CF08}"/>
          </ac:spMkLst>
        </pc:spChg>
        <pc:spChg chg="add mod">
          <ac:chgData name="Maha Hegde" userId="51885b350be66420" providerId="LiveId" clId="{6ED71119-0A50-480B-BDA7-8A5384FF8A45}" dt="2026-07-13T17:34:11.447" v="6245" actId="1036"/>
          <ac:spMkLst>
            <pc:docMk/>
            <pc:sldMk cId="3573782069" sldId="284"/>
            <ac:spMk id="13" creationId="{ACA5815D-1EFC-8A24-1B45-FF5BB755C8E6}"/>
          </ac:spMkLst>
        </pc:spChg>
        <pc:spChg chg="add mod">
          <ac:chgData name="Maha Hegde" userId="51885b350be66420" providerId="LiveId" clId="{6ED71119-0A50-480B-BDA7-8A5384FF8A45}" dt="2026-07-13T17:34:35.398" v="6250" actId="207"/>
          <ac:spMkLst>
            <pc:docMk/>
            <pc:sldMk cId="3573782069" sldId="284"/>
            <ac:spMk id="23" creationId="{ACF257F8-7E1A-7A2F-C71A-3A7AD0595932}"/>
          </ac:spMkLst>
        </pc:spChg>
        <pc:spChg chg="add mod">
          <ac:chgData name="Maha Hegde" userId="51885b350be66420" providerId="LiveId" clId="{6ED71119-0A50-480B-BDA7-8A5384FF8A45}" dt="2026-07-13T17:35:20.316" v="6283" actId="1076"/>
          <ac:spMkLst>
            <pc:docMk/>
            <pc:sldMk cId="3573782069" sldId="284"/>
            <ac:spMk id="31" creationId="{28C30BB2-B3CB-91EA-D9A4-B0061AB21238}"/>
          </ac:spMkLst>
        </pc:spChg>
        <pc:picChg chg="add mod">
          <ac:chgData name="Maha Hegde" userId="51885b350be66420" providerId="LiveId" clId="{6ED71119-0A50-480B-BDA7-8A5384FF8A45}" dt="2026-07-13T17:34:11.447" v="6245" actId="1036"/>
          <ac:picMkLst>
            <pc:docMk/>
            <pc:sldMk cId="3573782069" sldId="284"/>
            <ac:picMk id="4" creationId="{3EE9779A-24A7-870E-0D20-F5FD9439CA25}"/>
          </ac:picMkLst>
        </pc:picChg>
        <pc:picChg chg="add mod">
          <ac:chgData name="Maha Hegde" userId="51885b350be66420" providerId="LiveId" clId="{6ED71119-0A50-480B-BDA7-8A5384FF8A45}" dt="2026-07-13T17:34:31.652" v="6249" actId="207"/>
          <ac:picMkLst>
            <pc:docMk/>
            <pc:sldMk cId="3573782069" sldId="284"/>
            <ac:picMk id="6" creationId="{9F912F7E-1DAB-A7E8-DC66-48B5B4DFCAE6}"/>
          </ac:picMkLst>
        </pc:picChg>
        <pc:picChg chg="add mod">
          <ac:chgData name="Maha Hegde" userId="51885b350be66420" providerId="LiveId" clId="{6ED71119-0A50-480B-BDA7-8A5384FF8A45}" dt="2026-07-13T17:34:11.447" v="6245" actId="1036"/>
          <ac:picMkLst>
            <pc:docMk/>
            <pc:sldMk cId="3573782069" sldId="284"/>
            <ac:picMk id="9" creationId="{6CC7E0FC-DD6D-EDB7-1D47-69DCE9CE9773}"/>
          </ac:picMkLst>
        </pc:picChg>
        <pc:picChg chg="add mod">
          <ac:chgData name="Maha Hegde" userId="51885b350be66420" providerId="LiveId" clId="{6ED71119-0A50-480B-BDA7-8A5384FF8A45}" dt="2026-07-13T17:34:11.447" v="6245" actId="1036"/>
          <ac:picMkLst>
            <pc:docMk/>
            <pc:sldMk cId="3573782069" sldId="284"/>
            <ac:picMk id="15" creationId="{2247E1DC-17DB-B908-3F2C-4921EF4450D1}"/>
          </ac:picMkLst>
        </pc:picChg>
        <pc:picChg chg="del">
          <ac:chgData name="Maha Hegde" userId="51885b350be66420" providerId="LiveId" clId="{6ED71119-0A50-480B-BDA7-8A5384FF8A45}" dt="2026-07-13T17:29:07.530" v="6150" actId="478"/>
          <ac:picMkLst>
            <pc:docMk/>
            <pc:sldMk cId="3573782069" sldId="284"/>
            <ac:picMk id="17" creationId="{FC24E588-6F4D-7116-B6F1-B73B3CD1F6F7}"/>
          </ac:picMkLst>
        </pc:picChg>
        <pc:picChg chg="add mod">
          <ac:chgData name="Maha Hegde" userId="51885b350be66420" providerId="LiveId" clId="{6ED71119-0A50-480B-BDA7-8A5384FF8A45}" dt="2026-07-13T17:51:16.250" v="6408" actId="1038"/>
          <ac:picMkLst>
            <pc:docMk/>
            <pc:sldMk cId="3573782069" sldId="284"/>
            <ac:picMk id="33" creationId="{69DA0C97-E5B0-1FC8-69C6-EA6A7C1F2D1A}"/>
          </ac:picMkLst>
        </pc:picChg>
        <pc:cxnChg chg="add mod">
          <ac:chgData name="Maha Hegde" userId="51885b350be66420" providerId="LiveId" clId="{6ED71119-0A50-480B-BDA7-8A5384FF8A45}" dt="2026-07-13T17:34:11.447" v="6245" actId="1036"/>
          <ac:cxnSpMkLst>
            <pc:docMk/>
            <pc:sldMk cId="3573782069" sldId="284"/>
            <ac:cxnSpMk id="18" creationId="{302BD02A-5302-24A1-F907-20CD12ABF168}"/>
          </ac:cxnSpMkLst>
        </pc:cxnChg>
        <pc:cxnChg chg="add mod">
          <ac:chgData name="Maha Hegde" userId="51885b350be66420" providerId="LiveId" clId="{6ED71119-0A50-480B-BDA7-8A5384FF8A45}" dt="2026-07-13T17:34:11.447" v="6245" actId="1036"/>
          <ac:cxnSpMkLst>
            <pc:docMk/>
            <pc:sldMk cId="3573782069" sldId="284"/>
            <ac:cxnSpMk id="19" creationId="{3EA6AB5B-F7A6-D30B-3295-330CC31075ED}"/>
          </ac:cxnSpMkLst>
        </pc:cxnChg>
        <pc:cxnChg chg="add mod">
          <ac:chgData name="Maha Hegde" userId="51885b350be66420" providerId="LiveId" clId="{6ED71119-0A50-480B-BDA7-8A5384FF8A45}" dt="2026-07-13T17:34:42.993" v="6251" actId="692"/>
          <ac:cxnSpMkLst>
            <pc:docMk/>
            <pc:sldMk cId="3573782069" sldId="284"/>
            <ac:cxnSpMk id="24" creationId="{9550C7EF-58B1-9531-24FB-86CFD042C399}"/>
          </ac:cxnSpMkLst>
        </pc:cxnChg>
        <pc:cxnChg chg="add mod">
          <ac:chgData name="Maha Hegde" userId="51885b350be66420" providerId="LiveId" clId="{6ED71119-0A50-480B-BDA7-8A5384FF8A45}" dt="2026-07-13T17:35:03.668" v="6255" actId="14100"/>
          <ac:cxnSpMkLst>
            <pc:docMk/>
            <pc:sldMk cId="3573782069" sldId="284"/>
            <ac:cxnSpMk id="27" creationId="{3A8CCC91-0EE7-84CD-FF8E-B299C29FBA66}"/>
          </ac:cxnSpMkLst>
        </pc:cxnChg>
      </pc:sldChg>
      <pc:sldChg chg="addSp delSp modSp add mod ord delAnim">
        <pc:chgData name="Maha Hegde" userId="51885b350be66420" providerId="LiveId" clId="{6ED71119-0A50-480B-BDA7-8A5384FF8A45}" dt="2026-07-13T17:49:06.953" v="6396" actId="14826"/>
        <pc:sldMkLst>
          <pc:docMk/>
          <pc:sldMk cId="551377601" sldId="285"/>
        </pc:sldMkLst>
        <pc:spChg chg="add mod">
          <ac:chgData name="Maha Hegde" userId="51885b350be66420" providerId="LiveId" clId="{6ED71119-0A50-480B-BDA7-8A5384FF8A45}" dt="2026-07-13T17:43:49.262" v="6346" actId="20577"/>
          <ac:spMkLst>
            <pc:docMk/>
            <pc:sldMk cId="551377601" sldId="285"/>
            <ac:spMk id="8" creationId="{525BFDF3-C1B4-FB1A-C82E-0ED2A6268F0C}"/>
          </ac:spMkLst>
        </pc:spChg>
        <pc:spChg chg="mod">
          <ac:chgData name="Maha Hegde" userId="51885b350be66420" providerId="LiveId" clId="{6ED71119-0A50-480B-BDA7-8A5384FF8A45}" dt="2026-07-13T17:43:18.018" v="6330" actId="1036"/>
          <ac:spMkLst>
            <pc:docMk/>
            <pc:sldMk cId="551377601" sldId="285"/>
            <ac:spMk id="10" creationId="{FEFA79FF-7623-60B1-808F-8B1A576BFD30}"/>
          </ac:spMkLst>
        </pc:spChg>
        <pc:spChg chg="del">
          <ac:chgData name="Maha Hegde" userId="51885b350be66420" providerId="LiveId" clId="{6ED71119-0A50-480B-BDA7-8A5384FF8A45}" dt="2026-07-13T17:41:53.035" v="6291" actId="478"/>
          <ac:spMkLst>
            <pc:docMk/>
            <pc:sldMk cId="551377601" sldId="285"/>
            <ac:spMk id="13" creationId="{828EF885-1DFF-3E49-419C-D6DD3553CEF1}"/>
          </ac:spMkLst>
        </pc:spChg>
        <pc:spChg chg="add mod">
          <ac:chgData name="Maha Hegde" userId="51885b350be66420" providerId="LiveId" clId="{6ED71119-0A50-480B-BDA7-8A5384FF8A45}" dt="2026-07-13T17:44:59.504" v="6359" actId="20577"/>
          <ac:spMkLst>
            <pc:docMk/>
            <pc:sldMk cId="551377601" sldId="285"/>
            <ac:spMk id="17" creationId="{67F8C356-AE86-0A42-21A1-01F37EEC2545}"/>
          </ac:spMkLst>
        </pc:spChg>
        <pc:spChg chg="del">
          <ac:chgData name="Maha Hegde" userId="51885b350be66420" providerId="LiveId" clId="{6ED71119-0A50-480B-BDA7-8A5384FF8A45}" dt="2026-07-13T17:41:50.234" v="6290" actId="478"/>
          <ac:spMkLst>
            <pc:docMk/>
            <pc:sldMk cId="551377601" sldId="285"/>
            <ac:spMk id="23" creationId="{1406159C-346A-7B39-71CE-73043FECE9D7}"/>
          </ac:spMkLst>
        </pc:spChg>
        <pc:spChg chg="add mod">
          <ac:chgData name="Maha Hegde" userId="51885b350be66420" providerId="LiveId" clId="{6ED71119-0A50-480B-BDA7-8A5384FF8A45}" dt="2026-07-13T17:48:08.377" v="6395" actId="20577"/>
          <ac:spMkLst>
            <pc:docMk/>
            <pc:sldMk cId="551377601" sldId="285"/>
            <ac:spMk id="25" creationId="{A3FE1920-947D-FB8A-465E-281FBAAAF7FD}"/>
          </ac:spMkLst>
        </pc:spChg>
        <pc:spChg chg="del">
          <ac:chgData name="Maha Hegde" userId="51885b350be66420" providerId="LiveId" clId="{6ED71119-0A50-480B-BDA7-8A5384FF8A45}" dt="2026-07-13T17:41:50.234" v="6290" actId="478"/>
          <ac:spMkLst>
            <pc:docMk/>
            <pc:sldMk cId="551377601" sldId="285"/>
            <ac:spMk id="31" creationId="{3DCEAD6E-30AD-D8B5-5BBC-ED8FE7A3D453}"/>
          </ac:spMkLst>
        </pc:spChg>
        <pc:picChg chg="mod">
          <ac:chgData name="Maha Hegde" userId="51885b350be66420" providerId="LiveId" clId="{6ED71119-0A50-480B-BDA7-8A5384FF8A45}" dt="2026-07-13T17:43:07.139" v="6315" actId="1035"/>
          <ac:picMkLst>
            <pc:docMk/>
            <pc:sldMk cId="551377601" sldId="285"/>
            <ac:picMk id="4" creationId="{76F72846-C9F9-4B61-E80E-55FA2C6FF45A}"/>
          </ac:picMkLst>
        </pc:picChg>
        <pc:picChg chg="add mod">
          <ac:chgData name="Maha Hegde" userId="51885b350be66420" providerId="LiveId" clId="{6ED71119-0A50-480B-BDA7-8A5384FF8A45}" dt="2026-07-13T17:44:16.317" v="6347" actId="14826"/>
          <ac:picMkLst>
            <pc:docMk/>
            <pc:sldMk cId="551377601" sldId="285"/>
            <ac:picMk id="5" creationId="{95214B40-0C1F-D1BE-1CEB-65EB654C9A42}"/>
          </ac:picMkLst>
        </pc:picChg>
        <pc:picChg chg="del">
          <ac:chgData name="Maha Hegde" userId="51885b350be66420" providerId="LiveId" clId="{6ED71119-0A50-480B-BDA7-8A5384FF8A45}" dt="2026-07-13T17:41:50.234" v="6290" actId="478"/>
          <ac:picMkLst>
            <pc:docMk/>
            <pc:sldMk cId="551377601" sldId="285"/>
            <ac:picMk id="6" creationId="{A42CD43A-7D90-6E24-6C51-8A7D4727258D}"/>
          </ac:picMkLst>
        </pc:picChg>
        <pc:picChg chg="del">
          <ac:chgData name="Maha Hegde" userId="51885b350be66420" providerId="LiveId" clId="{6ED71119-0A50-480B-BDA7-8A5384FF8A45}" dt="2026-07-13T17:41:53.035" v="6291" actId="478"/>
          <ac:picMkLst>
            <pc:docMk/>
            <pc:sldMk cId="551377601" sldId="285"/>
            <ac:picMk id="9" creationId="{9952BC20-C984-E1CA-E0DB-F41B58D918A7}"/>
          </ac:picMkLst>
        </pc:picChg>
        <pc:picChg chg="add mod">
          <ac:chgData name="Maha Hegde" userId="51885b350be66420" providerId="LiveId" clId="{6ED71119-0A50-480B-BDA7-8A5384FF8A45}" dt="2026-07-13T17:45:38.105" v="6361" actId="14826"/>
          <ac:picMkLst>
            <pc:docMk/>
            <pc:sldMk cId="551377601" sldId="285"/>
            <ac:picMk id="14" creationId="{A5EB2983-F85C-9366-7B65-A873087A9B1F}"/>
          </ac:picMkLst>
        </pc:picChg>
        <pc:picChg chg="del">
          <ac:chgData name="Maha Hegde" userId="51885b350be66420" providerId="LiveId" clId="{6ED71119-0A50-480B-BDA7-8A5384FF8A45}" dt="2026-07-13T17:41:50.234" v="6290" actId="478"/>
          <ac:picMkLst>
            <pc:docMk/>
            <pc:sldMk cId="551377601" sldId="285"/>
            <ac:picMk id="15" creationId="{89223CCF-555D-663D-4C36-C961A00EC9F9}"/>
          </ac:picMkLst>
        </pc:picChg>
        <pc:picChg chg="add mod">
          <ac:chgData name="Maha Hegde" userId="51885b350be66420" providerId="LiveId" clId="{6ED71119-0A50-480B-BDA7-8A5384FF8A45}" dt="2026-07-13T17:49:06.953" v="6396" actId="14826"/>
          <ac:picMkLst>
            <pc:docMk/>
            <pc:sldMk cId="551377601" sldId="285"/>
            <ac:picMk id="21" creationId="{D7525EA9-905F-F822-463E-4EA5E8B6F9FD}"/>
          </ac:picMkLst>
        </pc:picChg>
        <pc:cxnChg chg="del">
          <ac:chgData name="Maha Hegde" userId="51885b350be66420" providerId="LiveId" clId="{6ED71119-0A50-480B-BDA7-8A5384FF8A45}" dt="2026-07-13T17:41:50.234" v="6290" actId="478"/>
          <ac:cxnSpMkLst>
            <pc:docMk/>
            <pc:sldMk cId="551377601" sldId="285"/>
            <ac:cxnSpMk id="18" creationId="{9872398E-2A89-8DDF-A252-EC54B59ECF59}"/>
          </ac:cxnSpMkLst>
        </pc:cxnChg>
        <pc:cxnChg chg="del">
          <ac:chgData name="Maha Hegde" userId="51885b350be66420" providerId="LiveId" clId="{6ED71119-0A50-480B-BDA7-8A5384FF8A45}" dt="2026-07-13T17:41:50.234" v="6290" actId="478"/>
          <ac:cxnSpMkLst>
            <pc:docMk/>
            <pc:sldMk cId="551377601" sldId="285"/>
            <ac:cxnSpMk id="19" creationId="{68270A45-6A26-5EE0-0A79-E82B7D7C50BA}"/>
          </ac:cxnSpMkLst>
        </pc:cxnChg>
        <pc:cxnChg chg="del">
          <ac:chgData name="Maha Hegde" userId="51885b350be66420" providerId="LiveId" clId="{6ED71119-0A50-480B-BDA7-8A5384FF8A45}" dt="2026-07-13T17:41:50.234" v="6290" actId="478"/>
          <ac:cxnSpMkLst>
            <pc:docMk/>
            <pc:sldMk cId="551377601" sldId="285"/>
            <ac:cxnSpMk id="24" creationId="{5AFD5A56-E4E0-3F9B-A6C4-08C0C51F3E6E}"/>
          </ac:cxnSpMkLst>
        </pc:cxnChg>
        <pc:cxnChg chg="del">
          <ac:chgData name="Maha Hegde" userId="51885b350be66420" providerId="LiveId" clId="{6ED71119-0A50-480B-BDA7-8A5384FF8A45}" dt="2026-07-13T17:41:50.234" v="6290" actId="478"/>
          <ac:cxnSpMkLst>
            <pc:docMk/>
            <pc:sldMk cId="551377601" sldId="285"/>
            <ac:cxnSpMk id="27" creationId="{BA366487-44BA-1F72-C87A-44E183081CFD}"/>
          </ac:cxnSpMkLst>
        </pc:cxnChg>
      </pc:sldChg>
      <pc:sldChg chg="addSp delSp modSp add mod delAnim">
        <pc:chgData name="Maha Hegde" userId="51885b350be66420" providerId="LiveId" clId="{6ED71119-0A50-480B-BDA7-8A5384FF8A45}" dt="2026-07-13T19:07:56.699" v="6519" actId="14826"/>
        <pc:sldMkLst>
          <pc:docMk/>
          <pc:sldMk cId="1512347856" sldId="286"/>
        </pc:sldMkLst>
        <pc:spChg chg="mod">
          <ac:chgData name="Maha Hegde" userId="51885b350be66420" providerId="LiveId" clId="{6ED71119-0A50-480B-BDA7-8A5384FF8A45}" dt="2026-07-13T17:51:31.807" v="6434" actId="20577"/>
          <ac:spMkLst>
            <pc:docMk/>
            <pc:sldMk cId="1512347856" sldId="286"/>
            <ac:spMk id="2" creationId="{4A9185AD-E7D6-3074-22B1-180BCC81AA80}"/>
          </ac:spMkLst>
        </pc:spChg>
        <pc:spChg chg="add mod">
          <ac:chgData name="Maha Hegde" userId="51885b350be66420" providerId="LiveId" clId="{6ED71119-0A50-480B-BDA7-8A5384FF8A45}" dt="2026-07-13T17:56:21.532" v="6463" actId="1035"/>
          <ac:spMkLst>
            <pc:docMk/>
            <pc:sldMk cId="1512347856" sldId="286"/>
            <ac:spMk id="5" creationId="{08FC4FA9-3A6C-31FA-CF46-160A0A1F33F6}"/>
          </ac:spMkLst>
        </pc:spChg>
        <pc:spChg chg="del">
          <ac:chgData name="Maha Hegde" userId="51885b350be66420" providerId="LiveId" clId="{6ED71119-0A50-480B-BDA7-8A5384FF8A45}" dt="2026-07-13T17:52:01.891" v="6435" actId="478"/>
          <ac:spMkLst>
            <pc:docMk/>
            <pc:sldMk cId="1512347856" sldId="286"/>
            <ac:spMk id="10" creationId="{817CD62E-9276-6E2D-DCFF-C1D8F29C819F}"/>
          </ac:spMkLst>
        </pc:spChg>
        <pc:spChg chg="del">
          <ac:chgData name="Maha Hegde" userId="51885b350be66420" providerId="LiveId" clId="{6ED71119-0A50-480B-BDA7-8A5384FF8A45}" dt="2026-07-13T17:52:05.914" v="6436" actId="478"/>
          <ac:spMkLst>
            <pc:docMk/>
            <pc:sldMk cId="1512347856" sldId="286"/>
            <ac:spMk id="13" creationId="{6231C135-7F41-F682-53EB-D6651FC20E83}"/>
          </ac:spMkLst>
        </pc:spChg>
        <pc:spChg chg="add mod">
          <ac:chgData name="Maha Hegde" userId="51885b350be66420" providerId="LiveId" clId="{6ED71119-0A50-480B-BDA7-8A5384FF8A45}" dt="2026-07-13T19:02:59.950" v="6474" actId="20577"/>
          <ac:spMkLst>
            <pc:docMk/>
            <pc:sldMk cId="1512347856" sldId="286"/>
            <ac:spMk id="14" creationId="{A2FBCAF3-5B95-2974-B7DC-73A101BFBE55}"/>
          </ac:spMkLst>
        </pc:spChg>
        <pc:spChg chg="add del mod">
          <ac:chgData name="Maha Hegde" userId="51885b350be66420" providerId="LiveId" clId="{6ED71119-0A50-480B-BDA7-8A5384FF8A45}" dt="2026-07-13T19:04:16.010" v="6491" actId="478"/>
          <ac:spMkLst>
            <pc:docMk/>
            <pc:sldMk cId="1512347856" sldId="286"/>
            <ac:spMk id="21" creationId="{BB65C796-011C-89CF-8A85-FBED835F2581}"/>
          </ac:spMkLst>
        </pc:spChg>
        <pc:spChg chg="del">
          <ac:chgData name="Maha Hegde" userId="51885b350be66420" providerId="LiveId" clId="{6ED71119-0A50-480B-BDA7-8A5384FF8A45}" dt="2026-07-13T17:52:01.891" v="6435" actId="478"/>
          <ac:spMkLst>
            <pc:docMk/>
            <pc:sldMk cId="1512347856" sldId="286"/>
            <ac:spMk id="23" creationId="{8EB141AC-33EF-A47A-536B-0E2D40981EE6}"/>
          </ac:spMkLst>
        </pc:spChg>
        <pc:spChg chg="add mod">
          <ac:chgData name="Maha Hegde" userId="51885b350be66420" providerId="LiveId" clId="{6ED71119-0A50-480B-BDA7-8A5384FF8A45}" dt="2026-07-13T19:06:53.940" v="6517" actId="20577"/>
          <ac:spMkLst>
            <pc:docMk/>
            <pc:sldMk cId="1512347856" sldId="286"/>
            <ac:spMk id="28" creationId="{900DF4A6-75D2-CE92-4BD6-C55BE7E2985E}"/>
          </ac:spMkLst>
        </pc:spChg>
        <pc:spChg chg="del">
          <ac:chgData name="Maha Hegde" userId="51885b350be66420" providerId="LiveId" clId="{6ED71119-0A50-480B-BDA7-8A5384FF8A45}" dt="2026-07-13T17:52:01.891" v="6435" actId="478"/>
          <ac:spMkLst>
            <pc:docMk/>
            <pc:sldMk cId="1512347856" sldId="286"/>
            <ac:spMk id="31" creationId="{C408500C-180A-DA33-682E-5C899A527608}"/>
          </ac:spMkLst>
        </pc:spChg>
        <pc:spChg chg="add mod">
          <ac:chgData name="Maha Hegde" userId="51885b350be66420" providerId="LiveId" clId="{6ED71119-0A50-480B-BDA7-8A5384FF8A45}" dt="2026-07-13T19:07:14.916" v="6518"/>
          <ac:spMkLst>
            <pc:docMk/>
            <pc:sldMk cId="1512347856" sldId="286"/>
            <ac:spMk id="34" creationId="{BC06CD7C-9F43-8B58-7130-3B07EC79E5FA}"/>
          </ac:spMkLst>
        </pc:spChg>
        <pc:spChg chg="add mod">
          <ac:chgData name="Maha Hegde" userId="51885b350be66420" providerId="LiveId" clId="{6ED71119-0A50-480B-BDA7-8A5384FF8A45}" dt="2026-07-13T19:04:23.732" v="6502" actId="20577"/>
          <ac:spMkLst>
            <pc:docMk/>
            <pc:sldMk cId="1512347856" sldId="286"/>
            <ac:spMk id="36" creationId="{ED0FEA89-6B04-7820-FB0A-651B615D1381}"/>
          </ac:spMkLst>
        </pc:spChg>
        <pc:picChg chg="del">
          <ac:chgData name="Maha Hegde" userId="51885b350be66420" providerId="LiveId" clId="{6ED71119-0A50-480B-BDA7-8A5384FF8A45}" dt="2026-07-13T17:52:01.891" v="6435" actId="478"/>
          <ac:picMkLst>
            <pc:docMk/>
            <pc:sldMk cId="1512347856" sldId="286"/>
            <ac:picMk id="4" creationId="{B0CE5D07-9444-5EF3-5654-0879E55B6763}"/>
          </ac:picMkLst>
        </pc:picChg>
        <pc:picChg chg="del">
          <ac:chgData name="Maha Hegde" userId="51885b350be66420" providerId="LiveId" clId="{6ED71119-0A50-480B-BDA7-8A5384FF8A45}" dt="2026-07-13T17:52:01.891" v="6435" actId="478"/>
          <ac:picMkLst>
            <pc:docMk/>
            <pc:sldMk cId="1512347856" sldId="286"/>
            <ac:picMk id="6" creationId="{AD8EFA17-F5B2-8654-0048-04620E3C9DF0}"/>
          </ac:picMkLst>
        </pc:picChg>
        <pc:picChg chg="add mod">
          <ac:chgData name="Maha Hegde" userId="51885b350be66420" providerId="LiveId" clId="{6ED71119-0A50-480B-BDA7-8A5384FF8A45}" dt="2026-07-13T19:03:40.332" v="6475" actId="14826"/>
          <ac:picMkLst>
            <pc:docMk/>
            <pc:sldMk cId="1512347856" sldId="286"/>
            <ac:picMk id="8" creationId="{F485FBEF-A0E1-1876-3ABD-7027AE136E4C}"/>
          </ac:picMkLst>
        </pc:picChg>
        <pc:picChg chg="del">
          <ac:chgData name="Maha Hegde" userId="51885b350be66420" providerId="LiveId" clId="{6ED71119-0A50-480B-BDA7-8A5384FF8A45}" dt="2026-07-13T17:52:01.891" v="6435" actId="478"/>
          <ac:picMkLst>
            <pc:docMk/>
            <pc:sldMk cId="1512347856" sldId="286"/>
            <ac:picMk id="9" creationId="{820DF387-609C-5624-9C2D-5C56F5CAA95D}"/>
          </ac:picMkLst>
        </pc:picChg>
        <pc:picChg chg="del">
          <ac:chgData name="Maha Hegde" userId="51885b350be66420" providerId="LiveId" clId="{6ED71119-0A50-480B-BDA7-8A5384FF8A45}" dt="2026-07-13T17:52:01.891" v="6435" actId="478"/>
          <ac:picMkLst>
            <pc:docMk/>
            <pc:sldMk cId="1512347856" sldId="286"/>
            <ac:picMk id="15" creationId="{28B985BD-B507-0F1B-3473-FE7BD469192B}"/>
          </ac:picMkLst>
        </pc:picChg>
        <pc:picChg chg="add mod">
          <ac:chgData name="Maha Hegde" userId="51885b350be66420" providerId="LiveId" clId="{6ED71119-0A50-480B-BDA7-8A5384FF8A45}" dt="2026-07-13T19:05:48.491" v="6504" actId="14826"/>
          <ac:picMkLst>
            <pc:docMk/>
            <pc:sldMk cId="1512347856" sldId="286"/>
            <ac:picMk id="17" creationId="{BDAF21BF-DDA9-C49A-F0A3-6518FBBD060E}"/>
          </ac:picMkLst>
        </pc:picChg>
        <pc:picChg chg="add mod">
          <ac:chgData name="Maha Hegde" userId="51885b350be66420" providerId="LiveId" clId="{6ED71119-0A50-480B-BDA7-8A5384FF8A45}" dt="2026-07-13T19:06:48.351" v="6505" actId="14826"/>
          <ac:picMkLst>
            <pc:docMk/>
            <pc:sldMk cId="1512347856" sldId="286"/>
            <ac:picMk id="25" creationId="{2EDFDF0F-5C8A-DC27-C5F5-62EB61442E04}"/>
          </ac:picMkLst>
        </pc:picChg>
        <pc:picChg chg="add mod">
          <ac:chgData name="Maha Hegde" userId="51885b350be66420" providerId="LiveId" clId="{6ED71119-0A50-480B-BDA7-8A5384FF8A45}" dt="2026-07-13T19:07:56.699" v="6519" actId="14826"/>
          <ac:picMkLst>
            <pc:docMk/>
            <pc:sldMk cId="1512347856" sldId="286"/>
            <ac:picMk id="30" creationId="{125C8850-927C-8353-F81D-A8FFFAECE5B9}"/>
          </ac:picMkLst>
        </pc:picChg>
        <pc:picChg chg="del">
          <ac:chgData name="Maha Hegde" userId="51885b350be66420" providerId="LiveId" clId="{6ED71119-0A50-480B-BDA7-8A5384FF8A45}" dt="2026-07-13T17:52:01.891" v="6435" actId="478"/>
          <ac:picMkLst>
            <pc:docMk/>
            <pc:sldMk cId="1512347856" sldId="286"/>
            <ac:picMk id="33" creationId="{E10B7397-B516-4DE6-6684-500D105A37BD}"/>
          </ac:picMkLst>
        </pc:picChg>
        <pc:cxnChg chg="del">
          <ac:chgData name="Maha Hegde" userId="51885b350be66420" providerId="LiveId" clId="{6ED71119-0A50-480B-BDA7-8A5384FF8A45}" dt="2026-07-13T17:52:01.891" v="6435" actId="478"/>
          <ac:cxnSpMkLst>
            <pc:docMk/>
            <pc:sldMk cId="1512347856" sldId="286"/>
            <ac:cxnSpMk id="18" creationId="{8708EA7E-3A43-33C2-82BA-C5048C14007D}"/>
          </ac:cxnSpMkLst>
        </pc:cxnChg>
        <pc:cxnChg chg="del">
          <ac:chgData name="Maha Hegde" userId="51885b350be66420" providerId="LiveId" clId="{6ED71119-0A50-480B-BDA7-8A5384FF8A45}" dt="2026-07-13T17:52:01.891" v="6435" actId="478"/>
          <ac:cxnSpMkLst>
            <pc:docMk/>
            <pc:sldMk cId="1512347856" sldId="286"/>
            <ac:cxnSpMk id="27" creationId="{21C5BC53-8434-E3DD-C5A0-F3950D47A6D9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7FA62-DD20-4DD6-BAE2-EB67C072E7B2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5F2FB4-F67F-43CC-826C-7D0D6B7C1C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2460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E96BB-9045-1FA5-7F50-429A8719C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9AFC9C-5B8F-234E-7925-B773A9B3B2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D29DF1-1235-9284-E8CC-5BF730BF03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2A8E4-357B-D017-BC8B-222D91BC40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F2FB4-F67F-43CC-826C-7D0D6B7C1CD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7385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F2FB4-F67F-43CC-826C-7D0D6B7C1CD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68845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33F56-0417-CF34-13C2-B422E46D6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05B7D0-9FB6-499E-1C51-0B5C141236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C6EE18-BCC2-C6C7-05AF-D96C19ACC1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04C905-44DA-B1F4-C86D-5CD524F64A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F2FB4-F67F-43CC-826C-7D0D6B7C1CD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63131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38C11-BB0B-D321-0996-6F8D62C3B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9DD4CE-8BA2-3C8B-C18F-6D3FD965FF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C91DB2-75DD-4EFC-35DE-D6E004F7D9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4082C-ED86-217F-E64F-2BA958DDB4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F2FB4-F67F-43CC-826C-7D0D6B7C1CD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9181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52295-6C9D-D3DC-D857-CDEE548E3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1C6CE2-B9BF-E87C-AE66-68978A0FC1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E6E350-31E2-8F32-E217-E2D6CA10E7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04B68-9639-89C4-1842-EEC3B51E93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F2FB4-F67F-43CC-826C-7D0D6B7C1CD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75872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CC281-EE8B-6341-5EFF-BEB2B4DF8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1A8E8A-2BB4-70D6-1189-A84464F707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797058-5C1E-05C5-DA97-823B679F70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38A927-5783-BDCA-3E64-3FB745B4CF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F2FB4-F67F-43CC-826C-7D0D6B7C1CD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1790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A14EC-0805-4FF6-C85C-4857F0CAA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EBB8F8-3AEB-17BD-6CDC-9DC3193990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7D73B0-3EF6-436C-24B9-C507DB92AC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9151B3-67F0-434B-4DE6-D38B34B5F6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F2FB4-F67F-43CC-826C-7D0D6B7C1CD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97832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C06A7-FECD-4C47-73E0-C72B4C5E9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24BA62-B92E-F14A-FDEF-A9E5600325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FA57B9-E9A9-96EF-36A6-1A193282EF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B127C9-0204-6973-E268-12E92190FB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F2FB4-F67F-43CC-826C-7D0D6B7C1CD3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65874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7D130-A071-6D27-4D57-CBFB6EDA6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230D67-F1BA-E285-7D32-86878C5FAB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2AE323-6915-81A0-4F72-572C688C44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31161-1D81-37F5-342C-2F856177B0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F2FB4-F67F-43CC-826C-7D0D6B7C1CD3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01407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6CFD4-E6BC-FF9C-D4F6-56DC3C3C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94A296-8282-12B7-638F-096A8F61FB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D7D178-30AA-4498-54B7-22EC4BB063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5D7AE-7D2F-85F6-9303-CB55130E88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F2FB4-F67F-43CC-826C-7D0D6B7C1CD3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0602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B7E82-94A8-6182-5CEE-0A66066080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A98F73-51C0-CE44-F43D-34535B3E91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F0D3E-4902-593C-AC53-7D6F0F5ED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C4461-5796-460D-A7F2-CAC144ECBAC9}" type="datetime1">
              <a:rPr lang="en-GB" smtClean="0"/>
              <a:t>13/07/2026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D19B9-E8EB-F81E-245A-FEFB1A4F1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0A2FF-DD91-936C-CA05-8BD41C5F9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D7AE5-D816-469D-A135-EF97057BD1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2283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0A1FD-1BD7-4F20-F826-F995782D8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20725-99E2-FEB2-498D-2BE845159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D5EB1-0CC5-C4A4-63FF-323A9204E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ECEF3-A0FB-428F-B6BE-944601416831}" type="datetime1">
              <a:rPr lang="en-GB" smtClean="0"/>
              <a:t>13/07/2026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90F53-28A6-D925-BD1C-FF2B3AD0F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A5EE8-6237-22D2-609E-71D3AB09A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D7AE5-D816-469D-A135-EF97057BD1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4896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108F8-B6C8-92D1-A8D9-7BED84045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D59AA-C335-E5A1-CBD9-1BC84CB8A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AFD66-7F38-71EC-E566-CADE0AE4C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C4E76-1FE2-4C68-947E-6BFE18954337}" type="datetime1">
              <a:rPr lang="en-GB" smtClean="0"/>
              <a:t>13/07/2026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35E9F-6400-47E9-4529-4559885D0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5B11D-26BE-883C-46FE-1B472870F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D7AE5-D816-469D-A135-EF97057BD1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0648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5409E-CD59-B70B-0728-1E4235D98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B2928-0000-9D46-E707-C99920D796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8E0F92-28CF-DCF2-0396-8F29D107ED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63A028-F665-8A10-E230-F75E79BD9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1BEE5-733F-4909-BFBA-52C2FFD2932C}" type="datetime1">
              <a:rPr lang="en-GB" smtClean="0"/>
              <a:t>13/07/2026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40FF57-D6CC-85CA-6207-40B80C450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C11ABD-6B94-9692-F3D7-CC5CCD8BE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D7AE5-D816-469D-A135-EF97057BD1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1813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9BFAD-7ED4-E5C8-DF0D-F01A2C57B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2DE3C-AC55-29A0-A3B6-FFDB46036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F566C2-562A-6710-BF08-A1962B49B3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AF37F5-D725-A55E-3089-54EF507355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E4C029-9668-4954-12F8-804F7DC733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4A6D97-A7C1-7A2A-4222-B01958D6A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D3B69-FE4B-456F-AF5C-1B8EED24CBDB}" type="datetime1">
              <a:rPr lang="en-GB" smtClean="0"/>
              <a:t>13/07/2026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CAD3F5-CBDF-3F08-B723-26082473D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845529-B08A-15AB-E517-B7FBBAE3E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D7AE5-D816-469D-A135-EF97057BD1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4224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74D1D-3CF7-63BB-4EE1-10DE01683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1C1FE3-E71C-B96C-D0C7-D1C5C1F64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6F14D-1A7C-4159-AD69-C8172BBFB1B3}" type="datetime1">
              <a:rPr lang="en-GB" smtClean="0"/>
              <a:t>13/07/2026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67A0E-A948-9327-A2E9-84502F7EE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E728DF-4DCC-8FA3-6471-06D5AF8CB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D7AE5-D816-469D-A135-EF97057BD1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3982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5EF38C-1E49-FF39-542A-44C982E71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5CF4F-0555-437D-92C4-5CF1BB26AD06}" type="datetime1">
              <a:rPr lang="en-GB" smtClean="0"/>
              <a:t>13/07/2026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A2F269-DDA2-E8B8-1648-E32CCED92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C125BD-9517-1D90-4D70-7DB84219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D7AE5-D816-469D-A135-EF97057BD1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6043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83B76-4633-64D4-38E7-A74AB2A0A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36699-5D1A-E336-E68D-B7A5F2085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63A519-7BAA-E816-D2C8-DF452C6324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EBD966-50B4-6350-6DC8-31C4D4BCE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076B4-4984-418A-8B91-F4B275C9D35B}" type="datetime1">
              <a:rPr lang="en-GB" smtClean="0"/>
              <a:t>13/07/2026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9FF044-2A9A-3185-F54F-A5E99D1F3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5FCDE6-5CA0-7E6A-EE80-CBFF61231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D7AE5-D816-469D-A135-EF97057BD1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3754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8069A-8AA1-E534-92DD-34F6B43B7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D49290-6F1C-BE81-7E66-61181D7206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855810-0116-4567-4110-026503A227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D8CAB9-27CF-7F5B-5F0F-3B21CF29E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2738C-90AE-4DF7-8BFE-0456BC2B2DD7}" type="datetime1">
              <a:rPr lang="en-GB" smtClean="0"/>
              <a:t>13/07/2026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4DE510-D20C-3A15-3271-82306FA62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06362F-27A8-4BFD-0E64-7C5DFF38B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D7AE5-D816-469D-A135-EF97057BD1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7538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0E8C-3BF4-2304-E600-78C7FD44E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85161C-9E89-4103-5AFC-E8F6A778B4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18AA9-FAE3-85B2-E0DA-DF8CC862F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5E86F-4AD5-4A10-B50D-CD121C3F1812}" type="datetime1">
              <a:rPr lang="en-GB" smtClean="0"/>
              <a:t>13/07/2026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AC83D-327B-7E42-B437-7FF17616A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D1A05-4BEC-B1F2-97EA-B481299D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D7AE5-D816-469D-A135-EF97057BD1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4898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BA788C-0158-6BC7-DF89-CBE2E72E00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A02F1B-C5FC-58E1-D81A-3515E7C7A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DBF42-1B23-7FA3-B1B0-BC2206F01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EE64F-F38B-4574-9E18-107CE599A08F}" type="datetime1">
              <a:rPr lang="en-GB" smtClean="0"/>
              <a:t>13/07/2026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09AD7-3165-2547-EF52-EE4421C13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A8EAF-EB13-2D12-5F6D-80DE766ED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D7AE5-D816-469D-A135-EF97057BD1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2004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F5AC9E-EC4B-18F7-EE79-AE8FE2D48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ABE4B4-CDD7-4098-6889-FF615105C8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87602-0142-1E15-027F-7EE2DC3DEB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3E7B57-6CAB-4794-B0F9-CEF69FF20FB6}" type="datetime1">
              <a:rPr lang="en-GB" smtClean="0"/>
              <a:t>13/07/2026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04591-F5DB-6027-0F73-1A6503AAAA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33A7C-6B1D-DFDC-7155-650BEA5A9F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BD7AE5-D816-469D-A135-EF97057BD1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6809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8A701-731B-D22F-C375-E1A4C49302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76927"/>
            <a:ext cx="9144000" cy="2328764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4400" u="sng" dirty="0">
                <a:latin typeface="Arial" panose="020B0604020202020204" pitchFamily="34" charset="0"/>
                <a:cs typeface="Arial" panose="020B0604020202020204" pitchFamily="34" charset="0"/>
              </a:rPr>
              <a:t>Individual Project:</a:t>
            </a:r>
            <a:br>
              <a:rPr lang="en-GB" sz="4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4400" dirty="0">
                <a:latin typeface="Arial" panose="020B0604020202020204" pitchFamily="34" charset="0"/>
                <a:cs typeface="Arial" panose="020B0604020202020204" pitchFamily="34" charset="0"/>
              </a:rPr>
              <a:t>Comparative Intelligence and Ethics in Machine Learning Systems</a:t>
            </a:r>
          </a:p>
        </p:txBody>
      </p:sp>
    </p:spTree>
    <p:extLst>
      <p:ext uri="{BB962C8B-B14F-4D97-AF65-F5344CB8AC3E}">
        <p14:creationId xmlns:p14="http://schemas.microsoft.com/office/powerpoint/2010/main" val="3789860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79DC8-9F24-D96D-7D3C-37B44ECA7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9187F49-C692-FC19-3BDA-FC2EF43AA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1564"/>
          </a:xfrm>
        </p:spPr>
        <p:txBody>
          <a:bodyPr>
            <a:no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Executive summary</a:t>
            </a:r>
          </a:p>
        </p:txBody>
      </p:sp>
      <p:sp>
        <p:nvSpPr>
          <p:cNvPr id="47" name="Slide Number Placeholder 46">
            <a:extLst>
              <a:ext uri="{FF2B5EF4-FFF2-40B4-BE49-F238E27FC236}">
                <a16:creationId xmlns:a16="http://schemas.microsoft.com/office/drawing/2014/main" id="{ABB6C02E-F202-4A50-2935-4C6E43A86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6657" y="6408602"/>
            <a:ext cx="2743200" cy="365125"/>
          </a:xfrm>
        </p:spPr>
        <p:txBody>
          <a:bodyPr/>
          <a:lstStyle/>
          <a:p>
            <a:fld id="{30BD7AE5-D816-469D-A135-EF97057BD162}" type="slidenum">
              <a:rPr lang="en-GB" smtClean="0"/>
              <a:t>2</a:t>
            </a:fld>
            <a:endParaRPr lang="en-GB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6BE8AA1-DE02-D0C5-A4ED-6B49B9F78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5920"/>
            <a:ext cx="10515600" cy="4531043"/>
          </a:xfrm>
        </p:spPr>
        <p:txBody>
          <a:bodyPr>
            <a:noAutofit/>
          </a:bodyPr>
          <a:lstStyle/>
          <a:p>
            <a:pPr marL="444500" indent="-444500">
              <a:lnSpc>
                <a:spcPct val="120000"/>
              </a:lnSpc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The exercise compares a classical machine learning algorithm (linear regression) and a deep learning model (multi-layer perceptron).</a:t>
            </a:r>
          </a:p>
          <a:p>
            <a:pPr marL="444500" indent="-444500">
              <a:lnSpc>
                <a:spcPct val="120000"/>
              </a:lnSpc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The model uses </a:t>
            </a:r>
            <a:r>
              <a:rPr lang="en-GB" sz="2400" dirty="0" err="1">
                <a:latin typeface="Arial" panose="020B0604020202020204" pitchFamily="34" charset="0"/>
                <a:cs typeface="Arial" panose="020B0604020202020204" pitchFamily="34" charset="0"/>
              </a:rPr>
              <a:t>MovieLens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1M dataset.</a:t>
            </a:r>
          </a:p>
          <a:p>
            <a:pPr marL="444500" indent="-444500">
              <a:lnSpc>
                <a:spcPct val="120000"/>
              </a:lnSpc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The comparative analysis found that the deep learning path yields a more accurate model (the deep learning model attains a lower RMSE and MAE and a higher R2 than the classical ML model).</a:t>
            </a:r>
          </a:p>
          <a:p>
            <a:pPr marL="444500" indent="-444500">
              <a:lnSpc>
                <a:spcPct val="120000"/>
              </a:lnSpc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This outcome is consistent with expectation, as the former learns the taste of each individual user and movie directly from the ratings, whereas the latter relies on a small number of summary features.</a:t>
            </a:r>
          </a:p>
          <a:p>
            <a:pPr marL="444500" indent="-444500">
              <a:lnSpc>
                <a:spcPct val="120000"/>
              </a:lnSpc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511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8F04F-38E7-5773-A8DA-057A46DFB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6">
            <a:extLst>
              <a:ext uri="{FF2B5EF4-FFF2-40B4-BE49-F238E27FC236}">
                <a16:creationId xmlns:a16="http://schemas.microsoft.com/office/drawing/2014/main" id="{2A5D432A-244F-F30C-BA33-36F07E92C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6657" y="6408602"/>
            <a:ext cx="2743200" cy="365125"/>
          </a:xfrm>
        </p:spPr>
        <p:txBody>
          <a:bodyPr/>
          <a:lstStyle/>
          <a:p>
            <a:fld id="{30BD7AE5-D816-469D-A135-EF97057BD162}" type="slidenum">
              <a:rPr lang="en-GB" smtClean="0"/>
              <a:t>3</a:t>
            </a:fld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40EB90-711E-E452-FF21-383FBBD06A4E}"/>
              </a:ext>
            </a:extLst>
          </p:cNvPr>
          <p:cNvSpPr txBox="1"/>
          <p:nvPr/>
        </p:nvSpPr>
        <p:spPr>
          <a:xfrm>
            <a:off x="838200" y="6131602"/>
            <a:ext cx="10195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Hegde, M</a:t>
            </a:r>
            <a:r>
              <a:rPr lang="en-GB" sz="1200" i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  <a:r>
              <a:rPr lang="en-GB" sz="12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(2026) “Summative Assessment: Individual Presentation,” </a:t>
            </a:r>
            <a:r>
              <a:rPr lang="en-GB" sz="1200" i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ML_PCOM7E April 2026</a:t>
            </a:r>
            <a:r>
              <a:rPr lang="en-GB" sz="12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 Jupyter </a:t>
            </a:r>
            <a:r>
              <a:rPr lang="en-GB" sz="12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Notebook</a:t>
            </a:r>
            <a:r>
              <a:rPr lang="en-GB" sz="12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submitted to the University of Essex Online.</a:t>
            </a:r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54DAB08-2427-9C8C-9B0F-9A9F0801A6E2}"/>
              </a:ext>
            </a:extLst>
          </p:cNvPr>
          <p:cNvSpPr txBox="1">
            <a:spLocks/>
          </p:cNvSpPr>
          <p:nvPr/>
        </p:nvSpPr>
        <p:spPr>
          <a:xfrm>
            <a:off x="838200" y="668135"/>
            <a:ext cx="10515600" cy="8715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Data selection and exploratory data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A0566C-682F-E6A4-5A54-C17DF57E7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04" y="2296473"/>
            <a:ext cx="5497061" cy="30783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258B58-3B15-10C8-F9B8-3D16145114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3079" y="2296473"/>
            <a:ext cx="5210743" cy="2949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578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8B39E-F105-5659-F9AF-D435DBB42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1564"/>
          </a:xfrm>
        </p:spPr>
        <p:txBody>
          <a:bodyPr>
            <a:no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Model selection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A305E5-2569-ACCD-2650-8338471AC755}"/>
              </a:ext>
            </a:extLst>
          </p:cNvPr>
          <p:cNvSpPr txBox="1"/>
          <p:nvPr/>
        </p:nvSpPr>
        <p:spPr>
          <a:xfrm>
            <a:off x="838200" y="5815323"/>
            <a:ext cx="10243657" cy="958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University of Essex (2026) “Unit 4 Seminar: Linear Regression with Scikit-Learn,” </a:t>
            </a:r>
            <a:r>
              <a:rPr lang="en-GB" sz="1200" i="1" dirty="0">
                <a:latin typeface="Arial" panose="020B0604020202020204" pitchFamily="34" charset="0"/>
                <a:cs typeface="Arial" panose="020B0604020202020204" pitchFamily="34" charset="0"/>
              </a:rPr>
              <a:t>ML_PCOM7E April 2026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. Unit 4 Seminar.</a:t>
            </a:r>
          </a:p>
          <a:p>
            <a:pPr>
              <a:lnSpc>
                <a:spcPct val="120000"/>
              </a:lnSpc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University of Essex (2026) “Unit 6 Seminar: K-Means Clustering Tutorial,” </a:t>
            </a:r>
            <a:r>
              <a:rPr lang="en-GB" sz="1200" i="1" dirty="0">
                <a:latin typeface="Arial" panose="020B0604020202020204" pitchFamily="34" charset="0"/>
                <a:cs typeface="Arial" panose="020B0604020202020204" pitchFamily="34" charset="0"/>
              </a:rPr>
              <a:t>ML_PCOM7E April 2026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. Unit 6 Seminar.</a:t>
            </a:r>
          </a:p>
          <a:p>
            <a:pPr>
              <a:lnSpc>
                <a:spcPct val="120000"/>
              </a:lnSpc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University of Essex (2026) “Unit 8 Seminar: Comparing Machine Learning, Deep Learning and Ethical Impact in Practice Seminar Preparation Tasks,” </a:t>
            </a:r>
            <a:r>
              <a:rPr lang="en-GB" sz="1200" i="1" dirty="0">
                <a:latin typeface="Arial" panose="020B0604020202020204" pitchFamily="34" charset="0"/>
                <a:cs typeface="Arial" panose="020B0604020202020204" pitchFamily="34" charset="0"/>
              </a:rPr>
              <a:t>ML_PCOM7E April 2026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. Unit 8 Seminar.</a:t>
            </a:r>
          </a:p>
        </p:txBody>
      </p:sp>
      <p:sp>
        <p:nvSpPr>
          <p:cNvPr id="11" name="Slide Number Placeholder 46">
            <a:extLst>
              <a:ext uri="{FF2B5EF4-FFF2-40B4-BE49-F238E27FC236}">
                <a16:creationId xmlns:a16="http://schemas.microsoft.com/office/drawing/2014/main" id="{93CA4CE3-1375-3B33-E0C0-84F077DA7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6657" y="6408602"/>
            <a:ext cx="2743200" cy="365125"/>
          </a:xfrm>
        </p:spPr>
        <p:txBody>
          <a:bodyPr/>
          <a:lstStyle/>
          <a:p>
            <a:fld id="{30BD7AE5-D816-469D-A135-EF97057BD162}" type="slidenum">
              <a:rPr lang="en-GB" smtClean="0"/>
              <a:t>4</a:t>
            </a:fld>
            <a:endParaRPr lang="en-GB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041E35D-3FCE-37E3-BEE8-A095EB41E3AB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715230" y="2367664"/>
            <a:ext cx="576000" cy="36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96FA4D9-155D-6814-8DD6-01B3C76CB7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182428"/>
            <a:ext cx="10065368" cy="4493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619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41E3F-15DE-D419-5B95-3457EC48A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32BC6-DCE4-7A3B-95D8-77F84895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1564"/>
          </a:xfrm>
        </p:spPr>
        <p:txBody>
          <a:bodyPr>
            <a:no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Feature engineering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F04354-1226-4C93-8D49-96A163DF6243}"/>
              </a:ext>
            </a:extLst>
          </p:cNvPr>
          <p:cNvSpPr txBox="1"/>
          <p:nvPr/>
        </p:nvSpPr>
        <p:spPr>
          <a:xfrm>
            <a:off x="838200" y="5949547"/>
            <a:ext cx="10243657" cy="293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University of Essex (2026) “Unit 4 Seminar: Linear Regression with Scikit-Learn,” </a:t>
            </a:r>
            <a:r>
              <a:rPr lang="en-GB" sz="1200" i="1" dirty="0">
                <a:latin typeface="Arial" panose="020B0604020202020204" pitchFamily="34" charset="0"/>
                <a:cs typeface="Arial" panose="020B0604020202020204" pitchFamily="34" charset="0"/>
              </a:rPr>
              <a:t>ML_PCOM7E April 2026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. Unit 4 Seminar.</a:t>
            </a:r>
          </a:p>
        </p:txBody>
      </p:sp>
      <p:sp>
        <p:nvSpPr>
          <p:cNvPr id="11" name="Slide Number Placeholder 46">
            <a:extLst>
              <a:ext uri="{FF2B5EF4-FFF2-40B4-BE49-F238E27FC236}">
                <a16:creationId xmlns:a16="http://schemas.microsoft.com/office/drawing/2014/main" id="{D35D3351-0A67-73D7-6F39-092E6006F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6657" y="6408602"/>
            <a:ext cx="2743200" cy="365125"/>
          </a:xfrm>
        </p:spPr>
        <p:txBody>
          <a:bodyPr/>
          <a:lstStyle/>
          <a:p>
            <a:fld id="{30BD7AE5-D816-469D-A135-EF97057BD162}" type="slidenum">
              <a:rPr lang="en-GB" smtClean="0"/>
              <a:t>5</a:t>
            </a:fld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078EEB-5DAD-B497-79E6-69B544AC6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542" y="1850842"/>
            <a:ext cx="8541258" cy="3025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474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0B7A4-BEC4-497B-7CDD-7B12FD1BA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A2F5B-4D2B-07CF-CB51-2725FF4DC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1564"/>
          </a:xfrm>
        </p:spPr>
        <p:txBody>
          <a:bodyPr>
            <a:no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Feature engineering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F396C0-F404-7704-09F1-DE9041FB30CE}"/>
              </a:ext>
            </a:extLst>
          </p:cNvPr>
          <p:cNvSpPr txBox="1"/>
          <p:nvPr/>
        </p:nvSpPr>
        <p:spPr>
          <a:xfrm>
            <a:off x="838200" y="6142494"/>
            <a:ext cx="87336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Hegde, M</a:t>
            </a:r>
            <a:r>
              <a:rPr lang="en-GB" sz="1200" i="1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  <a:r>
              <a:rPr lang="en-GB" sz="12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(2026) “Summative Assessment: Individual Presentation,” </a:t>
            </a:r>
            <a:r>
              <a:rPr lang="en-GB" sz="1200" i="1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ML_PCOM7E April 2026</a:t>
            </a:r>
            <a:r>
              <a:rPr lang="en-GB" sz="12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 Jupyter Notebook submitted to the University of Essex Online.</a:t>
            </a:r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lide Number Placeholder 46">
            <a:extLst>
              <a:ext uri="{FF2B5EF4-FFF2-40B4-BE49-F238E27FC236}">
                <a16:creationId xmlns:a16="http://schemas.microsoft.com/office/drawing/2014/main" id="{CFAE736B-0F69-AC2B-B567-0F81DE610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6657" y="6408602"/>
            <a:ext cx="2743200" cy="365125"/>
          </a:xfrm>
        </p:spPr>
        <p:txBody>
          <a:bodyPr/>
          <a:lstStyle/>
          <a:p>
            <a:fld id="{30BD7AE5-D816-469D-A135-EF97057BD162}" type="slidenum">
              <a:rPr lang="en-GB" smtClean="0"/>
              <a:t>6</a:t>
            </a:fld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FCB6ABE-AC54-ADA4-E5B9-E2A8A792D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6195"/>
            <a:ext cx="10515600" cy="4531043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23 features:</a:t>
            </a:r>
          </a:p>
          <a:p>
            <a:pPr lvl="1">
              <a:lnSpc>
                <a:spcPct val="120000"/>
              </a:lnSpc>
            </a:pP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user_avg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: the mean rating historically given by the user.</a:t>
            </a:r>
          </a:p>
          <a:p>
            <a:pPr lvl="1">
              <a:lnSpc>
                <a:spcPct val="120000"/>
              </a:lnSpc>
            </a:pP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movie_avg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: the mean rating historically received by the movie. </a:t>
            </a:r>
          </a:p>
          <a:p>
            <a:pPr lvl="1">
              <a:lnSpc>
                <a:spcPct val="12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gender, age, year: basic user demographics and the release year of the film.</a:t>
            </a:r>
          </a:p>
          <a:p>
            <a:pPr lvl="1">
              <a:lnSpc>
                <a:spcPct val="12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Genre: each genre is represented by its own binary column indicating whether the film belongs to that category. We will use multi-hot rather than one-hot encoding as a film can belong to several genres at once (for example, Animation, Children's, and Comedy).</a:t>
            </a:r>
          </a:p>
        </p:txBody>
      </p:sp>
    </p:spTree>
    <p:extLst>
      <p:ext uri="{BB962C8B-B14F-4D97-AF65-F5344CB8AC3E}">
        <p14:creationId xmlns:p14="http://schemas.microsoft.com/office/powerpoint/2010/main" val="3656445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29913-3796-D3E3-BC7E-D1276439A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29225-A382-D531-32F8-8A6EA5C17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1564"/>
          </a:xfrm>
        </p:spPr>
        <p:txBody>
          <a:bodyPr>
            <a:no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Feature engineering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FBDBFB-B412-D6F6-078E-DF47C35E8D84}"/>
              </a:ext>
            </a:extLst>
          </p:cNvPr>
          <p:cNvSpPr txBox="1"/>
          <p:nvPr/>
        </p:nvSpPr>
        <p:spPr>
          <a:xfrm>
            <a:off x="838200" y="5949547"/>
            <a:ext cx="10243657" cy="515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University of Essex (2026) “Unit 8 Seminar: Comparing Machine Learning, Deep Learning and Ethical Impact in Practice Seminar Preparation Tasks,” </a:t>
            </a:r>
            <a:r>
              <a:rPr lang="en-GB" sz="1200" i="1" dirty="0">
                <a:latin typeface="Arial" panose="020B0604020202020204" pitchFamily="34" charset="0"/>
                <a:cs typeface="Arial" panose="020B0604020202020204" pitchFamily="34" charset="0"/>
              </a:rPr>
              <a:t>ML_PCOM7E April 2026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. Unit 8 Seminar.</a:t>
            </a:r>
          </a:p>
        </p:txBody>
      </p:sp>
      <p:sp>
        <p:nvSpPr>
          <p:cNvPr id="11" name="Slide Number Placeholder 46">
            <a:extLst>
              <a:ext uri="{FF2B5EF4-FFF2-40B4-BE49-F238E27FC236}">
                <a16:creationId xmlns:a16="http://schemas.microsoft.com/office/drawing/2014/main" id="{9B705276-3E9A-8ABB-527B-B4E2D75C3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6657" y="6408602"/>
            <a:ext cx="2743200" cy="365125"/>
          </a:xfrm>
        </p:spPr>
        <p:txBody>
          <a:bodyPr/>
          <a:lstStyle/>
          <a:p>
            <a:fld id="{30BD7AE5-D816-469D-A135-EF97057BD162}" type="slidenum">
              <a:rPr lang="en-GB" smtClean="0"/>
              <a:t>7</a:t>
            </a:fld>
            <a:endParaRPr lang="en-GB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D2CC004-0491-E9E7-EF2D-27FA3E689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59015"/>
            <a:ext cx="7138312" cy="4135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297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B8218-6DE9-9F3E-2E8B-CB4DA2376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430F0-F4EC-A43B-DE10-5F2005E0C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1564"/>
          </a:xfrm>
        </p:spPr>
        <p:txBody>
          <a:bodyPr>
            <a:no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Evaluation metrics and validation strategy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BFEDD1-156D-9ADF-50B1-D4DB2FB1689D}"/>
              </a:ext>
            </a:extLst>
          </p:cNvPr>
          <p:cNvSpPr txBox="1"/>
          <p:nvPr/>
        </p:nvSpPr>
        <p:spPr>
          <a:xfrm>
            <a:off x="838200" y="6142494"/>
            <a:ext cx="87336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Hegde, M</a:t>
            </a:r>
            <a:r>
              <a:rPr lang="en-GB" sz="1200" i="1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  <a:r>
              <a:rPr lang="en-GB" sz="12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(2026) “Summative Assessment: Individual Presentation,” </a:t>
            </a:r>
            <a:r>
              <a:rPr lang="en-GB" sz="1200" i="1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ML_PCOM7E April 2026</a:t>
            </a:r>
            <a:r>
              <a:rPr lang="en-GB" sz="12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 Jupyter Notebook submitted to the University of Essex Online.</a:t>
            </a:r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lide Number Placeholder 46">
            <a:extLst>
              <a:ext uri="{FF2B5EF4-FFF2-40B4-BE49-F238E27FC236}">
                <a16:creationId xmlns:a16="http://schemas.microsoft.com/office/drawing/2014/main" id="{3FDCEA74-AE28-F155-CBB7-320029156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6657" y="6408602"/>
            <a:ext cx="2743200" cy="365125"/>
          </a:xfrm>
        </p:spPr>
        <p:txBody>
          <a:bodyPr/>
          <a:lstStyle/>
          <a:p>
            <a:fld id="{30BD7AE5-D816-469D-A135-EF97057BD162}" type="slidenum">
              <a:rPr lang="en-GB" smtClean="0"/>
              <a:t>8</a:t>
            </a:fld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7B48A9-A8FA-8CBC-84AE-1BE125F5181D}"/>
              </a:ext>
            </a:extLst>
          </p:cNvPr>
          <p:cNvSpPr/>
          <p:nvPr/>
        </p:nvSpPr>
        <p:spPr>
          <a:xfrm>
            <a:off x="973123" y="2432805"/>
            <a:ext cx="9900000" cy="118955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1DBA15-2180-B3CE-AD6B-6CBC79C5862D}"/>
              </a:ext>
            </a:extLst>
          </p:cNvPr>
          <p:cNvSpPr/>
          <p:nvPr/>
        </p:nvSpPr>
        <p:spPr>
          <a:xfrm>
            <a:off x="9886856" y="2432804"/>
            <a:ext cx="990000" cy="11895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56F45C-FB9F-F73A-0FC2-B85ECB9B0F6A}"/>
              </a:ext>
            </a:extLst>
          </p:cNvPr>
          <p:cNvSpPr txBox="1"/>
          <p:nvPr/>
        </p:nvSpPr>
        <p:spPr>
          <a:xfrm>
            <a:off x="973123" y="2848985"/>
            <a:ext cx="8932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90% - training and validation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FB1E1F-2996-BFED-C0E4-ADBEB2D79E0D}"/>
              </a:ext>
            </a:extLst>
          </p:cNvPr>
          <p:cNvSpPr txBox="1"/>
          <p:nvPr/>
        </p:nvSpPr>
        <p:spPr>
          <a:xfrm>
            <a:off x="9886856" y="2723150"/>
            <a:ext cx="9922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10%</a:t>
            </a:r>
          </a:p>
          <a:p>
            <a:pPr algn="ctr"/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</a:t>
            </a:r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18693BEC-E981-E64E-4DD8-9399DF3C2B89}"/>
              </a:ext>
            </a:extLst>
          </p:cNvPr>
          <p:cNvSpPr/>
          <p:nvPr/>
        </p:nvSpPr>
        <p:spPr>
          <a:xfrm rot="5400000">
            <a:off x="1747288" y="3012710"/>
            <a:ext cx="251669" cy="180000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8B863175-9F05-7130-8CE6-AA4CC804E8A9}"/>
              </a:ext>
            </a:extLst>
          </p:cNvPr>
          <p:cNvSpPr/>
          <p:nvPr/>
        </p:nvSpPr>
        <p:spPr>
          <a:xfrm rot="5400000">
            <a:off x="3530510" y="3012710"/>
            <a:ext cx="251669" cy="180000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7547B57A-3E1C-0D00-6F67-A3BB5DAAAFB8}"/>
              </a:ext>
            </a:extLst>
          </p:cNvPr>
          <p:cNvSpPr/>
          <p:nvPr/>
        </p:nvSpPr>
        <p:spPr>
          <a:xfrm rot="5400000">
            <a:off x="5322121" y="3012710"/>
            <a:ext cx="251669" cy="180000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86F23DA4-C5A4-ECCB-A80A-B4B31727B0CA}"/>
              </a:ext>
            </a:extLst>
          </p:cNvPr>
          <p:cNvSpPr/>
          <p:nvPr/>
        </p:nvSpPr>
        <p:spPr>
          <a:xfrm rot="5400000">
            <a:off x="7105343" y="3012710"/>
            <a:ext cx="251669" cy="180000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FE35D72A-55EF-E3F6-D85E-A82CE7DF0EC0}"/>
              </a:ext>
            </a:extLst>
          </p:cNvPr>
          <p:cNvSpPr/>
          <p:nvPr/>
        </p:nvSpPr>
        <p:spPr>
          <a:xfrm rot="5400000">
            <a:off x="8880176" y="3012709"/>
            <a:ext cx="251669" cy="180000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A34F534-5CF6-AE70-EFD5-58393D6EA036}"/>
              </a:ext>
            </a:extLst>
          </p:cNvPr>
          <p:cNvSpPr txBox="1"/>
          <p:nvPr/>
        </p:nvSpPr>
        <p:spPr>
          <a:xfrm>
            <a:off x="973122" y="4182533"/>
            <a:ext cx="8913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5-folds, 20% of training dataset in each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33453E-CB8F-930A-AA84-753B1C4BBD20}"/>
              </a:ext>
            </a:extLst>
          </p:cNvPr>
          <p:cNvSpPr txBox="1"/>
          <p:nvPr/>
        </p:nvSpPr>
        <p:spPr>
          <a:xfrm>
            <a:off x="969390" y="2867161"/>
            <a:ext cx="990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 dataset</a:t>
            </a:r>
          </a:p>
        </p:txBody>
      </p:sp>
    </p:spTree>
    <p:extLst>
      <p:ext uri="{BB962C8B-B14F-4D97-AF65-F5344CB8AC3E}">
        <p14:creationId xmlns:p14="http://schemas.microsoft.com/office/powerpoint/2010/main" val="1009594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12" grpId="0"/>
      <p:bldP spid="14" grpId="0"/>
      <p:bldP spid="15" grpId="0" animBg="1"/>
      <p:bldP spid="17" grpId="0" animBg="1"/>
      <p:bldP spid="19" grpId="0" animBg="1"/>
      <p:bldP spid="21" grpId="0" animBg="1"/>
      <p:bldP spid="23" grpId="0" animBg="1"/>
      <p:bldP spid="25" grpId="0"/>
      <p:bldP spid="28" grpId="0"/>
      <p:bldP spid="28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0D528-F052-6DDC-BBE9-09523EE9D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3933B-7302-7BC7-17DD-F6AF5BC6A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1564"/>
          </a:xfrm>
        </p:spPr>
        <p:txBody>
          <a:bodyPr>
            <a:no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Explainability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9E670B-C264-97B0-88EC-F1160ED9BBA3}"/>
              </a:ext>
            </a:extLst>
          </p:cNvPr>
          <p:cNvSpPr txBox="1"/>
          <p:nvPr/>
        </p:nvSpPr>
        <p:spPr>
          <a:xfrm>
            <a:off x="838200" y="6025048"/>
            <a:ext cx="104030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Hegde, M</a:t>
            </a:r>
            <a:r>
              <a:rPr lang="en-GB" sz="1200" i="1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  <a:r>
              <a:rPr lang="en-GB" sz="12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(2026) “Summative Assessment: Individual Presentation,” </a:t>
            </a:r>
            <a:r>
              <a:rPr lang="en-GB" sz="1200" i="1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ML_PCOM7E April 2026</a:t>
            </a:r>
            <a:r>
              <a:rPr lang="en-GB" sz="12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 Jupyter Notebook submitted to the University of Essex Online.</a:t>
            </a:r>
          </a:p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Topol E. (2019) </a:t>
            </a:r>
            <a:r>
              <a:rPr lang="en-GB" sz="1200" i="1" dirty="0">
                <a:latin typeface="Arial" panose="020B0604020202020204" pitchFamily="34" charset="0"/>
                <a:cs typeface="Arial" panose="020B0604020202020204" pitchFamily="34" charset="0"/>
              </a:rPr>
              <a:t>Deep Medicine: How Artificial Intelligence Can Make Healthcare Human Again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. Basic Books.</a:t>
            </a:r>
          </a:p>
        </p:txBody>
      </p:sp>
      <p:sp>
        <p:nvSpPr>
          <p:cNvPr id="11" name="Slide Number Placeholder 46">
            <a:extLst>
              <a:ext uri="{FF2B5EF4-FFF2-40B4-BE49-F238E27FC236}">
                <a16:creationId xmlns:a16="http://schemas.microsoft.com/office/drawing/2014/main" id="{69692D76-872D-9C70-90E6-A4161C301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6657" y="6408602"/>
            <a:ext cx="2743200" cy="365125"/>
          </a:xfrm>
        </p:spPr>
        <p:txBody>
          <a:bodyPr/>
          <a:lstStyle/>
          <a:p>
            <a:fld id="{30BD7AE5-D816-469D-A135-EF97057BD162}" type="slidenum">
              <a:rPr lang="en-GB" smtClean="0"/>
              <a:t>9</a:t>
            </a:fld>
            <a:endParaRPr lang="en-GB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D0659E3-327C-BFF7-5703-8C239AB95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18241"/>
            <a:ext cx="7699964" cy="445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23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31C2A-713E-D89C-1A8A-EB2EE2804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74C46-6B27-F089-D347-FC872CB7F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1564"/>
          </a:xfrm>
        </p:spPr>
        <p:txBody>
          <a:bodyPr>
            <a:no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Ethics and bias</a:t>
            </a:r>
          </a:p>
        </p:txBody>
      </p:sp>
      <p:sp>
        <p:nvSpPr>
          <p:cNvPr id="11" name="Slide Number Placeholder 46">
            <a:extLst>
              <a:ext uri="{FF2B5EF4-FFF2-40B4-BE49-F238E27FC236}">
                <a16:creationId xmlns:a16="http://schemas.microsoft.com/office/drawing/2014/main" id="{0274AC43-3D71-BC46-0273-17C17360C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6657" y="6408602"/>
            <a:ext cx="2743200" cy="365125"/>
          </a:xfrm>
        </p:spPr>
        <p:txBody>
          <a:bodyPr/>
          <a:lstStyle/>
          <a:p>
            <a:fld id="{30BD7AE5-D816-469D-A135-EF97057BD162}" type="slidenum">
              <a:rPr lang="en-GB" smtClean="0"/>
              <a:t>10</a:t>
            </a:fld>
            <a:endParaRPr lang="en-GB" dirty="0"/>
          </a:p>
        </p:txBody>
      </p:sp>
      <p:pic>
        <p:nvPicPr>
          <p:cNvPr id="4" name="Graphic 3" descr="Viral outline">
            <a:extLst>
              <a:ext uri="{FF2B5EF4-FFF2-40B4-BE49-F238E27FC236}">
                <a16:creationId xmlns:a16="http://schemas.microsoft.com/office/drawing/2014/main" id="{76F72846-C9F9-4B61-E80E-55FA2C6FF4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64128" y="2334237"/>
            <a:ext cx="1371600" cy="13716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EFA79FF-7623-60B1-808F-8B1A576BFD30}"/>
              </a:ext>
            </a:extLst>
          </p:cNvPr>
          <p:cNvSpPr txBox="1"/>
          <p:nvPr/>
        </p:nvSpPr>
        <p:spPr>
          <a:xfrm>
            <a:off x="716021" y="3817940"/>
            <a:ext cx="18678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Popularity bias</a:t>
            </a:r>
          </a:p>
        </p:txBody>
      </p:sp>
      <p:pic>
        <p:nvPicPr>
          <p:cNvPr id="5" name="Graphic 4" descr="Close outline">
            <a:extLst>
              <a:ext uri="{FF2B5EF4-FFF2-40B4-BE49-F238E27FC236}">
                <a16:creationId xmlns:a16="http://schemas.microsoft.com/office/drawing/2014/main" id="{95214B40-0C1F-D1BE-1CEB-65EB654C9A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364778" y="2334237"/>
            <a:ext cx="1371600" cy="1371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5BFDF3-C1B4-FB1A-C82E-0ED2A6268F0C}"/>
              </a:ext>
            </a:extLst>
          </p:cNvPr>
          <p:cNvSpPr txBox="1"/>
          <p:nvPr/>
        </p:nvSpPr>
        <p:spPr>
          <a:xfrm>
            <a:off x="3183197" y="3817940"/>
            <a:ext cx="17347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Cost of errors</a:t>
            </a:r>
          </a:p>
        </p:txBody>
      </p:sp>
      <p:pic>
        <p:nvPicPr>
          <p:cNvPr id="14" name="Graphic 13" descr="Scales of justice outline">
            <a:extLst>
              <a:ext uri="{FF2B5EF4-FFF2-40B4-BE49-F238E27FC236}">
                <a16:creationId xmlns:a16="http://schemas.microsoft.com/office/drawing/2014/main" id="{A5EB2983-F85C-9366-7B65-A873087A9B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47017" y="2334237"/>
            <a:ext cx="1371600" cy="13716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7F8C356-AE86-0A42-21A1-01F37EEC2545}"/>
              </a:ext>
            </a:extLst>
          </p:cNvPr>
          <p:cNvSpPr txBox="1"/>
          <p:nvPr/>
        </p:nvSpPr>
        <p:spPr>
          <a:xfrm>
            <a:off x="6048366" y="3817940"/>
            <a:ext cx="11689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Fairness</a:t>
            </a:r>
          </a:p>
        </p:txBody>
      </p:sp>
      <p:pic>
        <p:nvPicPr>
          <p:cNvPr id="21" name="Graphic 20" descr="Table outline">
            <a:extLst>
              <a:ext uri="{FF2B5EF4-FFF2-40B4-BE49-F238E27FC236}">
                <a16:creationId xmlns:a16="http://schemas.microsoft.com/office/drawing/2014/main" id="{D7525EA9-905F-F822-463E-4EA5E8B6F9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529256" y="2332140"/>
            <a:ext cx="1371600" cy="13716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3FE1920-947D-FB8A-465E-281FBAAAF7FD}"/>
              </a:ext>
            </a:extLst>
          </p:cNvPr>
          <p:cNvSpPr txBox="1"/>
          <p:nvPr/>
        </p:nvSpPr>
        <p:spPr>
          <a:xfrm>
            <a:off x="8316421" y="3815843"/>
            <a:ext cx="1797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Sampling bias</a:t>
            </a:r>
          </a:p>
        </p:txBody>
      </p:sp>
    </p:spTree>
    <p:extLst>
      <p:ext uri="{BB962C8B-B14F-4D97-AF65-F5344CB8AC3E}">
        <p14:creationId xmlns:p14="http://schemas.microsoft.com/office/powerpoint/2010/main" val="551377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010B5-4C78-B8C8-4BC4-F6D5BF28E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3AD4E-9FEE-C48A-C7D9-C918EA25A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1564"/>
          </a:xfrm>
        </p:spPr>
        <p:txBody>
          <a:bodyPr>
            <a:no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Ethics and bias</a:t>
            </a:r>
          </a:p>
        </p:txBody>
      </p:sp>
      <p:sp>
        <p:nvSpPr>
          <p:cNvPr id="11" name="Slide Number Placeholder 46">
            <a:extLst>
              <a:ext uri="{FF2B5EF4-FFF2-40B4-BE49-F238E27FC236}">
                <a16:creationId xmlns:a16="http://schemas.microsoft.com/office/drawing/2014/main" id="{F8878013-5357-777D-2811-CCCFB3B80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6657" y="6408602"/>
            <a:ext cx="2743200" cy="365125"/>
          </a:xfrm>
        </p:spPr>
        <p:txBody>
          <a:bodyPr/>
          <a:lstStyle/>
          <a:p>
            <a:fld id="{30BD7AE5-D816-469D-A135-EF97057BD162}" type="slidenum">
              <a:rPr lang="en-GB" smtClean="0"/>
              <a:t>11</a:t>
            </a:fld>
            <a:endParaRPr lang="en-GB" dirty="0"/>
          </a:p>
        </p:txBody>
      </p:sp>
      <p:pic>
        <p:nvPicPr>
          <p:cNvPr id="4" name="Graphic 3" descr="Tiger outline">
            <a:extLst>
              <a:ext uri="{FF2B5EF4-FFF2-40B4-BE49-F238E27FC236}">
                <a16:creationId xmlns:a16="http://schemas.microsoft.com/office/drawing/2014/main" id="{3EE9779A-24A7-870E-0D20-F5FD9439CA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4128" y="2443294"/>
            <a:ext cx="1371600" cy="1371600"/>
          </a:xfrm>
          <a:prstGeom prst="rect">
            <a:avLst/>
          </a:prstGeom>
        </p:spPr>
      </p:pic>
      <p:pic>
        <p:nvPicPr>
          <p:cNvPr id="6" name="Graphic 5" descr="Kitten outline">
            <a:extLst>
              <a:ext uri="{FF2B5EF4-FFF2-40B4-BE49-F238E27FC236}">
                <a16:creationId xmlns:a16="http://schemas.microsoft.com/office/drawing/2014/main" id="{9F912F7E-1DAB-A7E8-DC66-48B5B4DFCA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8395" y="1364457"/>
            <a:ext cx="1198477" cy="1198477"/>
          </a:xfrm>
          <a:prstGeom prst="rect">
            <a:avLst/>
          </a:prstGeom>
        </p:spPr>
      </p:pic>
      <p:pic>
        <p:nvPicPr>
          <p:cNvPr id="9" name="Graphic 8" descr="Cow outline">
            <a:extLst>
              <a:ext uri="{FF2B5EF4-FFF2-40B4-BE49-F238E27FC236}">
                <a16:creationId xmlns:a16="http://schemas.microsoft.com/office/drawing/2014/main" id="{6CC7E0FC-DD6D-EDB7-1D47-69DCE9CE97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5858" y="4159261"/>
            <a:ext cx="1168138" cy="11681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CBBBCF4-725C-4DC2-C29A-F1887690CF08}"/>
              </a:ext>
            </a:extLst>
          </p:cNvPr>
          <p:cNvSpPr txBox="1"/>
          <p:nvPr/>
        </p:nvSpPr>
        <p:spPr>
          <a:xfrm>
            <a:off x="1241290" y="3641771"/>
            <a:ext cx="817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Tigers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A5815D-1EFC-8A24-1B45-FF5BB755C8E6}"/>
              </a:ext>
            </a:extLst>
          </p:cNvPr>
          <p:cNvSpPr txBox="1"/>
          <p:nvPr/>
        </p:nvSpPr>
        <p:spPr>
          <a:xfrm>
            <a:off x="1269054" y="5315172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Cows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247E1DC-17DB-B908-3F2C-4921EF4450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1314" y="3285951"/>
            <a:ext cx="1865147" cy="1168137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02BD02A-5302-24A1-F907-20CD12ABF168}"/>
              </a:ext>
            </a:extLst>
          </p:cNvPr>
          <p:cNvCxnSpPr/>
          <p:nvPr/>
        </p:nvCxnSpPr>
        <p:spPr>
          <a:xfrm>
            <a:off x="2335728" y="3263318"/>
            <a:ext cx="726254" cy="563119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EA6AB5B-F7A6-D30B-3295-330CC31075ED}"/>
              </a:ext>
            </a:extLst>
          </p:cNvPr>
          <p:cNvCxnSpPr>
            <a:cxnSpLocks/>
          </p:cNvCxnSpPr>
          <p:nvPr/>
        </p:nvCxnSpPr>
        <p:spPr>
          <a:xfrm flipV="1">
            <a:off x="2395394" y="4011103"/>
            <a:ext cx="666588" cy="557396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CF257F8-7E1A-7A2F-C71A-3A7AD0595932}"/>
              </a:ext>
            </a:extLst>
          </p:cNvPr>
          <p:cNvSpPr txBox="1"/>
          <p:nvPr/>
        </p:nvSpPr>
        <p:spPr>
          <a:xfrm>
            <a:off x="3852515" y="2368689"/>
            <a:ext cx="543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550C7EF-58B1-9531-24FB-86CFD042C399}"/>
              </a:ext>
            </a:extLst>
          </p:cNvPr>
          <p:cNvCxnSpPr>
            <a:cxnSpLocks/>
          </p:cNvCxnSpPr>
          <p:nvPr/>
        </p:nvCxnSpPr>
        <p:spPr>
          <a:xfrm>
            <a:off x="4124385" y="2776959"/>
            <a:ext cx="0" cy="394080"/>
          </a:xfrm>
          <a:prstGeom prst="straightConnector1">
            <a:avLst/>
          </a:prstGeom>
          <a:ln>
            <a:solidFill>
              <a:srgbClr val="0070C0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A8CCC91-0EE7-84CD-FF8E-B299C29FBA66}"/>
              </a:ext>
            </a:extLst>
          </p:cNvPr>
          <p:cNvCxnSpPr>
            <a:cxnSpLocks/>
          </p:cNvCxnSpPr>
          <p:nvPr/>
        </p:nvCxnSpPr>
        <p:spPr>
          <a:xfrm>
            <a:off x="5132462" y="3870019"/>
            <a:ext cx="672720" cy="0"/>
          </a:xfrm>
          <a:prstGeom prst="straightConnector1">
            <a:avLst/>
          </a:prstGeom>
          <a:ln>
            <a:solidFill>
              <a:srgbClr val="0070C0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8C30BB2-B3CB-91EA-D9A4-B0061AB21238}"/>
              </a:ext>
            </a:extLst>
          </p:cNvPr>
          <p:cNvSpPr txBox="1"/>
          <p:nvPr/>
        </p:nvSpPr>
        <p:spPr>
          <a:xfrm>
            <a:off x="5877694" y="3685353"/>
            <a:ext cx="2535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Tiger (high confidence)</a:t>
            </a:r>
          </a:p>
        </p:txBody>
      </p:sp>
      <p:pic>
        <p:nvPicPr>
          <p:cNvPr id="33" name="Graphic 32" descr="Close outline">
            <a:extLst>
              <a:ext uri="{FF2B5EF4-FFF2-40B4-BE49-F238E27FC236}">
                <a16:creationId xmlns:a16="http://schemas.microsoft.com/office/drawing/2014/main" id="{69DA0C97-E5B0-1FC8-69C6-EA6A7C1F2D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830349" y="3460878"/>
            <a:ext cx="852904" cy="852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782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86935-6A5D-7DDB-49B3-72037A10A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185AD-E7D6-3074-22B1-180BCC81A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1564"/>
          </a:xfrm>
        </p:spPr>
        <p:txBody>
          <a:bodyPr>
            <a:no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Deployment considerations</a:t>
            </a:r>
          </a:p>
        </p:txBody>
      </p:sp>
      <p:sp>
        <p:nvSpPr>
          <p:cNvPr id="11" name="Slide Number Placeholder 46">
            <a:extLst>
              <a:ext uri="{FF2B5EF4-FFF2-40B4-BE49-F238E27FC236}">
                <a16:creationId xmlns:a16="http://schemas.microsoft.com/office/drawing/2014/main" id="{4459D615-4086-1057-AA3C-B29313E8B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6657" y="6408602"/>
            <a:ext cx="2743200" cy="365125"/>
          </a:xfrm>
        </p:spPr>
        <p:txBody>
          <a:bodyPr/>
          <a:lstStyle/>
          <a:p>
            <a:fld id="{30BD7AE5-D816-469D-A135-EF97057BD162}" type="slidenum">
              <a:rPr lang="en-GB" smtClean="0"/>
              <a:t>12</a:t>
            </a:fld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FC4FA9-3A6C-31FA-CF46-160A0A1F33F6}"/>
              </a:ext>
            </a:extLst>
          </p:cNvPr>
          <p:cNvSpPr txBox="1"/>
          <p:nvPr/>
        </p:nvSpPr>
        <p:spPr>
          <a:xfrm>
            <a:off x="838200" y="5664321"/>
            <a:ext cx="10243657" cy="965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GB" sz="1200" i="1" dirty="0">
                <a:latin typeface="Arial" panose="020B0604020202020204" pitchFamily="34" charset="0"/>
                <a:cs typeface="Arial" panose="020B0604020202020204" pitchFamily="34" charset="0"/>
              </a:rPr>
              <a:t>Model deployment options in Amazon SageMaker AI - Amazon SageMaker AI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(no date). Available at: https://docs.aws.amazon.com/sagemaker/latest/dg/how-it-works-deployment.html (Accessed: July 13, 2026).</a:t>
            </a:r>
          </a:p>
          <a:p>
            <a:pPr>
              <a:lnSpc>
                <a:spcPct val="120000"/>
              </a:lnSpc>
            </a:pPr>
            <a:r>
              <a:rPr lang="en-GB" sz="1200" i="1" dirty="0">
                <a:latin typeface="Arial" panose="020B0604020202020204" pitchFamily="34" charset="0"/>
                <a:cs typeface="Arial" panose="020B0604020202020204" pitchFamily="34" charset="0"/>
              </a:rPr>
              <a:t>Deploy Machine Learning Models to Online Endpoints - Azure Machine Learning | Microsoft Learn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(no date). Available at: https://learn.microsoft.com/en-us/azure/machine-learning/how-to-deploy-online-endpoints?view=azureml-api-2&amp;tabs=cli (Accessed: July 13, 2026).</a:t>
            </a:r>
          </a:p>
        </p:txBody>
      </p:sp>
      <p:pic>
        <p:nvPicPr>
          <p:cNvPr id="8" name="Graphic 7" descr="Books outline">
            <a:extLst>
              <a:ext uri="{FF2B5EF4-FFF2-40B4-BE49-F238E27FC236}">
                <a16:creationId xmlns:a16="http://schemas.microsoft.com/office/drawing/2014/main" id="{F485FBEF-A0E1-1876-3ABD-7027AE136E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64128" y="2334237"/>
            <a:ext cx="1371600" cy="13716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2FBCAF3-5B95-2974-B7DC-73A101BFBE55}"/>
              </a:ext>
            </a:extLst>
          </p:cNvPr>
          <p:cNvSpPr txBox="1"/>
          <p:nvPr/>
        </p:nvSpPr>
        <p:spPr>
          <a:xfrm>
            <a:off x="1098274" y="3817940"/>
            <a:ext cx="11033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Training</a:t>
            </a:r>
          </a:p>
        </p:txBody>
      </p:sp>
      <p:pic>
        <p:nvPicPr>
          <p:cNvPr id="17" name="Graphic 16" descr="Thought outline">
            <a:extLst>
              <a:ext uri="{FF2B5EF4-FFF2-40B4-BE49-F238E27FC236}">
                <a16:creationId xmlns:a16="http://schemas.microsoft.com/office/drawing/2014/main" id="{BDAF21BF-DDA9-C49A-F0A3-6518FBBD06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364778" y="2334237"/>
            <a:ext cx="1371600" cy="1371600"/>
          </a:xfrm>
          <a:prstGeom prst="rect">
            <a:avLst/>
          </a:prstGeom>
        </p:spPr>
      </p:pic>
      <p:pic>
        <p:nvPicPr>
          <p:cNvPr id="25" name="Graphic 24" descr="Move outline">
            <a:extLst>
              <a:ext uri="{FF2B5EF4-FFF2-40B4-BE49-F238E27FC236}">
                <a16:creationId xmlns:a16="http://schemas.microsoft.com/office/drawing/2014/main" id="{2EDFDF0F-5C8A-DC27-C5F5-62EB61442E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47017" y="2334237"/>
            <a:ext cx="1371600" cy="13716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00DF4A6-75D2-CE92-4BD6-C55BE7E2985E}"/>
              </a:ext>
            </a:extLst>
          </p:cNvPr>
          <p:cNvSpPr txBox="1"/>
          <p:nvPr/>
        </p:nvSpPr>
        <p:spPr>
          <a:xfrm>
            <a:off x="5961807" y="3817940"/>
            <a:ext cx="13420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Scalability</a:t>
            </a:r>
          </a:p>
        </p:txBody>
      </p:sp>
      <p:pic>
        <p:nvPicPr>
          <p:cNvPr id="30" name="Graphic 29" descr="Heartbeat outline">
            <a:extLst>
              <a:ext uri="{FF2B5EF4-FFF2-40B4-BE49-F238E27FC236}">
                <a16:creationId xmlns:a16="http://schemas.microsoft.com/office/drawing/2014/main" id="{125C8850-927C-8353-F81D-A8FFFAECE5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529256" y="2332140"/>
            <a:ext cx="1371600" cy="13716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BC06CD7C-9F43-8B58-7130-3B07EC79E5FA}"/>
              </a:ext>
            </a:extLst>
          </p:cNvPr>
          <p:cNvSpPr txBox="1"/>
          <p:nvPr/>
        </p:nvSpPr>
        <p:spPr>
          <a:xfrm>
            <a:off x="8524010" y="3815843"/>
            <a:ext cx="13821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Monitoring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0FEA89-6B04-7820-FB0A-651B615D1381}"/>
              </a:ext>
            </a:extLst>
          </p:cNvPr>
          <p:cNvSpPr txBox="1"/>
          <p:nvPr/>
        </p:nvSpPr>
        <p:spPr>
          <a:xfrm>
            <a:off x="3424444" y="3815843"/>
            <a:ext cx="12522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Inference</a:t>
            </a:r>
          </a:p>
        </p:txBody>
      </p:sp>
    </p:spTree>
    <p:extLst>
      <p:ext uri="{BB962C8B-B14F-4D97-AF65-F5344CB8AC3E}">
        <p14:creationId xmlns:p14="http://schemas.microsoft.com/office/powerpoint/2010/main" val="1512347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2332</TotalTime>
  <Words>684</Words>
  <Application>Microsoft Office PowerPoint</Application>
  <PresentationFormat>Widescreen</PresentationFormat>
  <Paragraphs>71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Individual Project: Comparative Intelligence and Ethics in Machine Learning Systems</vt:lpstr>
      <vt:lpstr>Executive summary</vt:lpstr>
      <vt:lpstr>PowerPoint Presentation</vt:lpstr>
      <vt:lpstr>Model selection</vt:lpstr>
      <vt:lpstr>Feature engineering</vt:lpstr>
      <vt:lpstr>Feature engineering</vt:lpstr>
      <vt:lpstr>Feature engineering</vt:lpstr>
      <vt:lpstr>Evaluation metrics and validation strategy</vt:lpstr>
      <vt:lpstr>Explainability</vt:lpstr>
      <vt:lpstr>Ethics and bias</vt:lpstr>
      <vt:lpstr>Ethics and bias</vt:lpstr>
      <vt:lpstr>Deployment considerations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Maha Hegde</dc:creator>
  <cp:lastModifiedBy>Maha Hegde</cp:lastModifiedBy>
  <cp:revision>1</cp:revision>
  <dcterms:created xsi:type="dcterms:W3CDTF">2026-04-11T19:50:11Z</dcterms:created>
  <dcterms:modified xsi:type="dcterms:W3CDTF">2026-07-13T19:15:48Z</dcterms:modified>
</cp:coreProperties>
</file>